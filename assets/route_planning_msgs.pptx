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6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76F06B-2148-00BA-34B5-F8D148890B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2CE67D4-E0BE-B0BC-079F-816163956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D8E6E8-DBE6-6DD2-13E4-95F48567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F5B424D-6B66-DFA3-1CA4-53DC5CEAA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7D93CC-D23B-A631-46F2-076E36BF1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7902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1803F6-BED1-C956-5BD8-218635753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F6F15D-EEA9-F63C-D487-BDCA0CA66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B10DDB-FB76-E64C-AAC8-9399EAD5B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B685D0-45C5-C006-CF08-91CDEF4AE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96E800-911A-C3F9-961A-96478E325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9270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37CA06-AEF9-3408-4FD5-195AC4B05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DB6238-876A-9237-0DDD-2F5C9EF48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654FFA-6618-C4E8-38FB-F77A44D65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F7F3E-067B-4A16-3729-38E323387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D3647E-989B-6FCC-51D6-9B7BF440B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4223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AD83D-FA11-52B5-0EFA-B9A784C3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AF4C44-BAC9-ED70-B706-0375C0E2CE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7DA26F9-A159-CAE2-0A9B-943187837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F68ABE3-86A5-6F10-D4C6-7B339ABEF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393660F-0C01-ADF8-59B3-30A783A21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0A6869F-3906-AD44-0EA8-F4D6CE66F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65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17045C-0E62-F124-4F0C-79FD90FA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E6B67F-3EBF-5AB2-DDBC-966A76892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02B6F6-A219-8B6B-3B3D-2E9D7850C3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8BC1273-DFD0-E29D-4C99-89729BBF68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F6055B9-AD55-6ECA-1E0B-651E4CCF00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8066B3-737E-B5B7-CC93-2064BF755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E9749D9-4CBC-75E3-56FD-ACC62850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A9EF32A-7476-7482-710C-B49E05659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9567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3C9D9D-39A6-8E88-B854-B5B01F125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9B424-1F09-8A24-F214-1A23F99FD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48855C9-BD8C-C18E-E618-7F3DE2B9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35A7F99-E330-40FE-6E7F-0B4245B2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804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EA2EBE-EE51-CB3C-071D-14419C43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3DF2399-BBA1-A8FD-AE6C-208656407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E4D520-4B16-2218-EC0B-5DD142D21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7142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A5D2E1-E388-C779-439E-9BFF31F88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E88518-D780-B79D-7DE2-23D205965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AE18C3-136C-ABC5-C43F-70435DE785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DE18FD6-9D41-9A74-E786-3D3EA08D9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74B072-733D-3AB6-866B-13DBD0A68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3C8A96-C34B-B310-DD40-4FA6CF297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285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03B5F4-91C0-7191-75A1-B77CE343E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07C9802-99A8-7BEF-241E-4876B7780D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5414C0-0633-4961-62EB-BDED6B3E9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DF13014-C218-0EE9-CBF0-A784AD9CC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B8D7A4-909D-33C9-00B8-50C73BA1F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D5E747-FC0D-0921-68F1-D443494BC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2931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CD1A8A-C1F1-A55A-801A-730D1405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41124C7-0A4F-23B8-1402-0F09A49B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64BF06-9FD1-83A6-2D87-B4F17C35E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EE1E20-9631-BD66-975E-783A7B245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DD5DE0-AD6C-9DC3-4057-95A333019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3318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EF7E627-5DBB-2DC4-7908-0371C43D63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6FB83ED-0F62-7BCB-A26A-7F4729F088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E2DC1A-3DAD-6698-D5B0-E98DEFDCD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3CD88-275C-6110-11CC-1784C4681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65A377-F840-4D10-F4B7-14607C910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5723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B34945-CFB5-F59F-48AE-934A4B3E3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836F13-8FD0-87FE-9930-C328C9A1E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7B1B77-E900-78C0-55D3-C668B38B0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928F8-D269-4E0D-A0CD-96B79FE16AE5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9A24DB-6824-4542-D3BA-7AB98A2A57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A8AD43-E974-B3BA-948F-793DA8606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646EFC-F252-48B0-842A-0AA1CE2C1C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171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A2896-0113-7600-9F00-43CE71887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169BD3-0DD8-75B7-1564-332972F945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sad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726D50D9-7D13-AAA1-3D82-FA70453A5CAE}"/>
              </a:ext>
            </a:extLst>
          </p:cNvPr>
          <p:cNvSpPr/>
          <p:nvPr/>
        </p:nvSpPr>
        <p:spPr>
          <a:xfrm>
            <a:off x="-1" y="0"/>
            <a:ext cx="12192000" cy="6085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Halbbogen 21">
            <a:extLst>
              <a:ext uri="{FF2B5EF4-FFF2-40B4-BE49-F238E27FC236}">
                <a16:creationId xmlns:a16="http://schemas.microsoft.com/office/drawing/2014/main" id="{85C864AD-99FB-F1C9-D844-C2521B3C2D3A}"/>
              </a:ext>
            </a:extLst>
          </p:cNvPr>
          <p:cNvSpPr/>
          <p:nvPr/>
        </p:nvSpPr>
        <p:spPr>
          <a:xfrm rot="5400000">
            <a:off x="5570457" y="2464102"/>
            <a:ext cx="5069208" cy="6976141"/>
          </a:xfrm>
          <a:prstGeom prst="blockArc">
            <a:avLst>
              <a:gd name="adj1" fmla="val 10800000"/>
              <a:gd name="adj2" fmla="val 29858"/>
              <a:gd name="adj3" fmla="val 28378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8A239DD-B1DF-4BF8-C63B-32AA0FCFB8B6}"/>
              </a:ext>
            </a:extLst>
          </p:cNvPr>
          <p:cNvSpPr/>
          <p:nvPr/>
        </p:nvSpPr>
        <p:spPr>
          <a:xfrm>
            <a:off x="5399999" y="4137566"/>
            <a:ext cx="5525175" cy="3796747"/>
          </a:xfrm>
          <a:prstGeom prst="arc">
            <a:avLst>
              <a:gd name="adj1" fmla="val 16129959"/>
              <a:gd name="adj2" fmla="val 3906475"/>
            </a:avLst>
          </a:prstGeom>
          <a:ln w="38100">
            <a:solidFill>
              <a:schemeClr val="bg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5F8DF98D-6EE9-67D0-33A1-588B3DECC050}"/>
              </a:ext>
            </a:extLst>
          </p:cNvPr>
          <p:cNvSpPr/>
          <p:nvPr/>
        </p:nvSpPr>
        <p:spPr>
          <a:xfrm>
            <a:off x="4860176" y="3421379"/>
            <a:ext cx="6724144" cy="5069208"/>
          </a:xfrm>
          <a:prstGeom prst="arc">
            <a:avLst>
              <a:gd name="adj1" fmla="val 16171876"/>
              <a:gd name="adj2" fmla="val 3906475"/>
            </a:avLst>
          </a:prstGeom>
          <a:ln w="57150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Bogen 31">
            <a:extLst>
              <a:ext uri="{FF2B5EF4-FFF2-40B4-BE49-F238E27FC236}">
                <a16:creationId xmlns:a16="http://schemas.microsoft.com/office/drawing/2014/main" id="{6338A6B4-4C9B-3662-7C59-AEADA73C2189}"/>
              </a:ext>
            </a:extLst>
          </p:cNvPr>
          <p:cNvSpPr/>
          <p:nvPr/>
        </p:nvSpPr>
        <p:spPr>
          <a:xfrm>
            <a:off x="5827207" y="4853757"/>
            <a:ext cx="4302313" cy="2197918"/>
          </a:xfrm>
          <a:prstGeom prst="arc">
            <a:avLst>
              <a:gd name="adj1" fmla="val 16256590"/>
              <a:gd name="adj2" fmla="val 3906475"/>
            </a:avLst>
          </a:prstGeom>
          <a:ln w="57150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7B1507-AFE3-797A-4EE5-9D41B01F7C7E}"/>
              </a:ext>
            </a:extLst>
          </p:cNvPr>
          <p:cNvSpPr/>
          <p:nvPr/>
        </p:nvSpPr>
        <p:spPr>
          <a:xfrm>
            <a:off x="0" y="5623563"/>
            <a:ext cx="12192000" cy="13824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5BF81C73-25F9-730C-1175-89203C0D66CF}"/>
              </a:ext>
            </a:extLst>
          </p:cNvPr>
          <p:cNvGrpSpPr/>
          <p:nvPr/>
        </p:nvGrpSpPr>
        <p:grpSpPr>
          <a:xfrm>
            <a:off x="838736" y="211966"/>
            <a:ext cx="1325700" cy="184666"/>
            <a:chOff x="935128" y="426273"/>
            <a:chExt cx="1325700" cy="184666"/>
          </a:xfrm>
        </p:grpSpPr>
        <p:grpSp>
          <p:nvGrpSpPr>
            <p:cNvPr id="334" name="Gruppieren 333">
              <a:extLst>
                <a:ext uri="{FF2B5EF4-FFF2-40B4-BE49-F238E27FC236}">
                  <a16:creationId xmlns:a16="http://schemas.microsoft.com/office/drawing/2014/main" id="{366BE5E1-70BE-FF7D-FBB8-C3F88DCC7C75}"/>
                </a:ext>
              </a:extLst>
            </p:cNvPr>
            <p:cNvGrpSpPr/>
            <p:nvPr/>
          </p:nvGrpSpPr>
          <p:grpSpPr>
            <a:xfrm>
              <a:off x="935128" y="428606"/>
              <a:ext cx="284956" cy="180000"/>
              <a:chOff x="1422400" y="2968374"/>
              <a:chExt cx="284956" cy="180000"/>
            </a:xfrm>
            <a:solidFill>
              <a:schemeClr val="tx1"/>
            </a:solidFill>
          </p:grpSpPr>
          <p:sp>
            <p:nvSpPr>
              <p:cNvPr id="335" name="Pfeil: nach rechts 334">
                <a:extLst>
                  <a:ext uri="{FF2B5EF4-FFF2-40B4-BE49-F238E27FC236}">
                    <a16:creationId xmlns:a16="http://schemas.microsoft.com/office/drawing/2014/main" id="{83B94608-EF15-A7CC-D444-E65597E46EE3}"/>
                  </a:ext>
                </a:extLst>
              </p:cNvPr>
              <p:cNvSpPr/>
              <p:nvPr/>
            </p:nvSpPr>
            <p:spPr>
              <a:xfrm>
                <a:off x="1597638" y="3004374"/>
                <a:ext cx="109718" cy="108000"/>
              </a:xfrm>
              <a:prstGeom prst="rightArrow">
                <a:avLst>
                  <a:gd name="adj1" fmla="val 32361"/>
                  <a:gd name="adj2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6" name="Flussdiagramm: Verbinder 335">
                <a:extLst>
                  <a:ext uri="{FF2B5EF4-FFF2-40B4-BE49-F238E27FC236}">
                    <a16:creationId xmlns:a16="http://schemas.microsoft.com/office/drawing/2014/main" id="{1D9FAD3E-0D0A-E620-2E2C-63A78E64997F}"/>
                  </a:ext>
                </a:extLst>
              </p:cNvPr>
              <p:cNvSpPr/>
              <p:nvPr/>
            </p:nvSpPr>
            <p:spPr>
              <a:xfrm>
                <a:off x="1422400" y="2968374"/>
                <a:ext cx="180000" cy="180000"/>
              </a:xfrm>
              <a:prstGeom prst="flowChartConnector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</p:grpSp>
        <p:sp>
          <p:nvSpPr>
            <p:cNvPr id="344" name="Textfeld 343">
              <a:extLst>
                <a:ext uri="{FF2B5EF4-FFF2-40B4-BE49-F238E27FC236}">
                  <a16:creationId xmlns:a16="http://schemas.microsoft.com/office/drawing/2014/main" id="{DBF76FF8-19E6-71D7-3322-F5F9FFC667BB}"/>
                </a:ext>
              </a:extLst>
            </p:cNvPr>
            <p:cNvSpPr txBox="1"/>
            <p:nvPr/>
          </p:nvSpPr>
          <p:spPr>
            <a:xfrm>
              <a:off x="1265106" y="426273"/>
              <a:ext cx="995722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reference pose</a:t>
              </a: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FB19F58-9416-A6B9-564C-16205B46A6B2}"/>
              </a:ext>
            </a:extLst>
          </p:cNvPr>
          <p:cNvGrpSpPr/>
          <p:nvPr/>
        </p:nvGrpSpPr>
        <p:grpSpPr>
          <a:xfrm>
            <a:off x="95250" y="211966"/>
            <a:ext cx="580946" cy="184666"/>
            <a:chOff x="935128" y="153275"/>
            <a:chExt cx="580946" cy="184666"/>
          </a:xfrm>
        </p:grpSpPr>
        <p:sp>
          <p:nvSpPr>
            <p:cNvPr id="333" name="Flussdiagramm: Verbinder 332">
              <a:extLst>
                <a:ext uri="{FF2B5EF4-FFF2-40B4-BE49-F238E27FC236}">
                  <a16:creationId xmlns:a16="http://schemas.microsoft.com/office/drawing/2014/main" id="{D3A023AF-2FBE-6BA8-6FC9-0F2EFD73B0EC}"/>
                </a:ext>
              </a:extLst>
            </p:cNvPr>
            <p:cNvSpPr/>
            <p:nvPr/>
          </p:nvSpPr>
          <p:spPr>
            <a:xfrm>
              <a:off x="935128" y="155608"/>
              <a:ext cx="180000" cy="1800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345" name="Textfeld 344">
              <a:extLst>
                <a:ext uri="{FF2B5EF4-FFF2-40B4-BE49-F238E27FC236}">
                  <a16:creationId xmlns:a16="http://schemas.microsoft.com/office/drawing/2014/main" id="{50821C5C-FAE9-3DB3-BDCE-858457A4E802}"/>
                </a:ext>
              </a:extLst>
            </p:cNvPr>
            <p:cNvSpPr txBox="1"/>
            <p:nvPr/>
          </p:nvSpPr>
          <p:spPr>
            <a:xfrm>
              <a:off x="1173031" y="153275"/>
              <a:ext cx="343043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point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DE25AF1-54DF-D822-1579-A34611693189}"/>
              </a:ext>
            </a:extLst>
          </p:cNvPr>
          <p:cNvGrpSpPr/>
          <p:nvPr/>
        </p:nvGrpSpPr>
        <p:grpSpPr>
          <a:xfrm>
            <a:off x="2326976" y="211966"/>
            <a:ext cx="1826864" cy="184666"/>
            <a:chOff x="935128" y="678830"/>
            <a:chExt cx="1826864" cy="184666"/>
          </a:xfrm>
        </p:grpSpPr>
        <p:sp>
          <p:nvSpPr>
            <p:cNvPr id="337" name="Flussdiagramm: Verbinder 336">
              <a:extLst>
                <a:ext uri="{FF2B5EF4-FFF2-40B4-BE49-F238E27FC236}">
                  <a16:creationId xmlns:a16="http://schemas.microsoft.com/office/drawing/2014/main" id="{D12D308F-5DD2-DF9A-AD18-C902E919BB14}"/>
                </a:ext>
              </a:extLst>
            </p:cNvPr>
            <p:cNvSpPr/>
            <p:nvPr/>
          </p:nvSpPr>
          <p:spPr>
            <a:xfrm>
              <a:off x="935128" y="681163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9D5C0E59-1D04-9CB8-66BE-8DFC5B779F3E}"/>
                </a:ext>
              </a:extLst>
            </p:cNvPr>
            <p:cNvSpPr txBox="1"/>
            <p:nvPr/>
          </p:nvSpPr>
          <p:spPr>
            <a:xfrm>
              <a:off x="1173031" y="678830"/>
              <a:ext cx="1588961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suggested lane element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4DB41F42-7F35-0DB5-B088-621F2BDEDFA5}"/>
              </a:ext>
            </a:extLst>
          </p:cNvPr>
          <p:cNvGrpSpPr/>
          <p:nvPr/>
        </p:nvGrpSpPr>
        <p:grpSpPr>
          <a:xfrm>
            <a:off x="4316380" y="211966"/>
            <a:ext cx="1725490" cy="184666"/>
            <a:chOff x="935128" y="969189"/>
            <a:chExt cx="1725490" cy="184666"/>
          </a:xfrm>
        </p:grpSpPr>
        <p:sp>
          <p:nvSpPr>
            <p:cNvPr id="338" name="Flussdiagramm: Verbinder 337">
              <a:extLst>
                <a:ext uri="{FF2B5EF4-FFF2-40B4-BE49-F238E27FC236}">
                  <a16:creationId xmlns:a16="http://schemas.microsoft.com/office/drawing/2014/main" id="{D54CC518-63E6-98CE-5DC7-F3517821FD6D}"/>
                </a:ext>
              </a:extLst>
            </p:cNvPr>
            <p:cNvSpPr/>
            <p:nvPr/>
          </p:nvSpPr>
          <p:spPr>
            <a:xfrm>
              <a:off x="935128" y="971522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DB64B4B5-61A1-5017-7721-ED49E4062E4B}"/>
                </a:ext>
              </a:extLst>
            </p:cNvPr>
            <p:cNvSpPr txBox="1"/>
            <p:nvPr/>
          </p:nvSpPr>
          <p:spPr>
            <a:xfrm>
              <a:off x="1173031" y="969189"/>
              <a:ext cx="1487587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adjacent lane element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2E6561E-552D-9721-B361-5A914109AED3}"/>
              </a:ext>
            </a:extLst>
          </p:cNvPr>
          <p:cNvGrpSpPr/>
          <p:nvPr/>
        </p:nvGrpSpPr>
        <p:grpSpPr>
          <a:xfrm>
            <a:off x="6204410" y="211966"/>
            <a:ext cx="1959721" cy="184666"/>
            <a:chOff x="935128" y="1244003"/>
            <a:chExt cx="1959721" cy="184666"/>
          </a:xfrm>
        </p:grpSpPr>
        <p:sp>
          <p:nvSpPr>
            <p:cNvPr id="339" name="Flussdiagramm: Verbinder 338">
              <a:extLst>
                <a:ext uri="{FF2B5EF4-FFF2-40B4-BE49-F238E27FC236}">
                  <a16:creationId xmlns:a16="http://schemas.microsoft.com/office/drawing/2014/main" id="{A56C5271-9F00-FE4B-1112-358523E0A1AA}"/>
                </a:ext>
              </a:extLst>
            </p:cNvPr>
            <p:cNvSpPr/>
            <p:nvPr/>
          </p:nvSpPr>
          <p:spPr>
            <a:xfrm>
              <a:off x="935128" y="1246336"/>
              <a:ext cx="180000" cy="180000"/>
            </a:xfrm>
            <a:prstGeom prst="flowChart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21375062-CA11-432D-C8F6-36BFAA113721}"/>
                </a:ext>
              </a:extLst>
            </p:cNvPr>
            <p:cNvSpPr txBox="1"/>
            <p:nvPr/>
          </p:nvSpPr>
          <p:spPr>
            <a:xfrm>
              <a:off x="1173031" y="1244003"/>
              <a:ext cx="172181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de-DE" sz="1200" dirty="0" err="1"/>
                <a:t>boundary</a:t>
              </a:r>
              <a:r>
                <a:rPr lang="en-US" sz="1200" dirty="0"/>
                <a:t> / drivable space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C95A4E-5E55-A019-D646-B1C1B49A505C}"/>
              </a:ext>
            </a:extLst>
          </p:cNvPr>
          <p:cNvGrpSpPr/>
          <p:nvPr/>
        </p:nvGrpSpPr>
        <p:grpSpPr>
          <a:xfrm>
            <a:off x="9855962" y="211966"/>
            <a:ext cx="1051074" cy="184666"/>
            <a:chOff x="935128" y="1536708"/>
            <a:chExt cx="1051074" cy="184666"/>
          </a:xfrm>
        </p:grpSpPr>
        <p:sp>
          <p:nvSpPr>
            <p:cNvPr id="342" name="Kreis: nicht ausgefüllt 341">
              <a:extLst>
                <a:ext uri="{FF2B5EF4-FFF2-40B4-BE49-F238E27FC236}">
                  <a16:creationId xmlns:a16="http://schemas.microsoft.com/office/drawing/2014/main" id="{0A09D1ED-8CD1-629E-B982-879C2C225BB4}"/>
                </a:ext>
              </a:extLst>
            </p:cNvPr>
            <p:cNvSpPr/>
            <p:nvPr/>
          </p:nvSpPr>
          <p:spPr>
            <a:xfrm>
              <a:off x="935128" y="1539041"/>
              <a:ext cx="180000" cy="180000"/>
            </a:xfrm>
            <a:prstGeom prst="donu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D36C6A46-A8B8-6DA4-0E48-15A7E05999F9}"/>
                </a:ext>
              </a:extLst>
            </p:cNvPr>
            <p:cNvSpPr txBox="1"/>
            <p:nvPr/>
          </p:nvSpPr>
          <p:spPr>
            <a:xfrm>
              <a:off x="1173031" y="1536708"/>
              <a:ext cx="813171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ego position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E01C2E37-E99B-8677-C2AC-737B1734086C}"/>
              </a:ext>
            </a:extLst>
          </p:cNvPr>
          <p:cNvGrpSpPr/>
          <p:nvPr/>
        </p:nvGrpSpPr>
        <p:grpSpPr>
          <a:xfrm>
            <a:off x="11069576" y="172110"/>
            <a:ext cx="1027174" cy="264378"/>
            <a:chOff x="935128" y="1752822"/>
            <a:chExt cx="1027174" cy="264378"/>
          </a:xfrm>
        </p:grpSpPr>
        <p:sp>
          <p:nvSpPr>
            <p:cNvPr id="340" name="Multiplikationszeichen 339">
              <a:extLst>
                <a:ext uri="{FF2B5EF4-FFF2-40B4-BE49-F238E27FC236}">
                  <a16:creationId xmlns:a16="http://schemas.microsoft.com/office/drawing/2014/main" id="{9E0AA4A6-EE93-4848-D816-9173A9D2E9EE}"/>
                </a:ext>
              </a:extLst>
            </p:cNvPr>
            <p:cNvSpPr/>
            <p:nvPr/>
          </p:nvSpPr>
          <p:spPr>
            <a:xfrm>
              <a:off x="935128" y="1752822"/>
              <a:ext cx="264378" cy="264378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00FE8061-B660-5E20-1808-C883B4501907}"/>
                </a:ext>
              </a:extLst>
            </p:cNvPr>
            <p:cNvSpPr txBox="1"/>
            <p:nvPr/>
          </p:nvSpPr>
          <p:spPr>
            <a:xfrm>
              <a:off x="1211134" y="1792678"/>
              <a:ext cx="75116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destination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640D8509-1BD3-8289-8A55-ACB2F1C4A55D}"/>
              </a:ext>
            </a:extLst>
          </p:cNvPr>
          <p:cNvGrpSpPr/>
          <p:nvPr/>
        </p:nvGrpSpPr>
        <p:grpSpPr>
          <a:xfrm>
            <a:off x="8326671" y="211966"/>
            <a:ext cx="1366751" cy="184666"/>
            <a:chOff x="8608365" y="413773"/>
            <a:chExt cx="1366751" cy="184666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65419548-0C7C-EF22-8857-216290F60648}"/>
                </a:ext>
              </a:extLst>
            </p:cNvPr>
            <p:cNvCxnSpPr>
              <a:cxnSpLocks/>
            </p:cNvCxnSpPr>
            <p:nvPr/>
          </p:nvCxnSpPr>
          <p:spPr>
            <a:xfrm>
              <a:off x="8608365" y="416106"/>
              <a:ext cx="0" cy="18000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AA7285A0-5EE3-38A7-98C7-BACF637B6038}"/>
                </a:ext>
              </a:extLst>
            </p:cNvPr>
            <p:cNvSpPr txBox="1"/>
            <p:nvPr/>
          </p:nvSpPr>
          <p:spPr>
            <a:xfrm>
              <a:off x="8721888" y="413773"/>
              <a:ext cx="125322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regulatory element</a:t>
              </a:r>
            </a:p>
          </p:txBody>
        </p:sp>
      </p:grpSp>
      <p:sp>
        <p:nvSpPr>
          <p:cNvPr id="4" name="Rechteck 3">
            <a:extLst>
              <a:ext uri="{FF2B5EF4-FFF2-40B4-BE49-F238E27FC236}">
                <a16:creationId xmlns:a16="http://schemas.microsoft.com/office/drawing/2014/main" id="{8D4A411F-634C-3846-996A-CC61A33C739A}"/>
              </a:ext>
            </a:extLst>
          </p:cNvPr>
          <p:cNvSpPr/>
          <p:nvPr/>
        </p:nvSpPr>
        <p:spPr>
          <a:xfrm>
            <a:off x="598869" y="1266208"/>
            <a:ext cx="10800000" cy="72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0D17F79-CD54-3385-424B-DAB8A5E2C3D9}"/>
              </a:ext>
            </a:extLst>
          </p:cNvPr>
          <p:cNvSpPr/>
          <p:nvPr/>
        </p:nvSpPr>
        <p:spPr>
          <a:xfrm>
            <a:off x="598869" y="1980448"/>
            <a:ext cx="10800000" cy="72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209E3DB-DB25-6579-98D1-9C8B32DEF448}"/>
              </a:ext>
            </a:extLst>
          </p:cNvPr>
          <p:cNvCxnSpPr>
            <a:cxnSpLocks/>
          </p:cNvCxnSpPr>
          <p:nvPr/>
        </p:nvCxnSpPr>
        <p:spPr>
          <a:xfrm>
            <a:off x="598869" y="1983328"/>
            <a:ext cx="10800000" cy="0"/>
          </a:xfrm>
          <a:prstGeom prst="line">
            <a:avLst/>
          </a:prstGeom>
          <a:ln w="38100">
            <a:solidFill>
              <a:schemeClr val="bg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798554C9-B7F0-9C1A-806E-A3C088C300B3}"/>
              </a:ext>
            </a:extLst>
          </p:cNvPr>
          <p:cNvSpPr/>
          <p:nvPr/>
        </p:nvSpPr>
        <p:spPr>
          <a:xfrm>
            <a:off x="598869" y="2697489"/>
            <a:ext cx="10800000" cy="72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E5D4C3C-3E11-4356-1C5E-D902A474BCA5}"/>
              </a:ext>
            </a:extLst>
          </p:cNvPr>
          <p:cNvSpPr/>
          <p:nvPr/>
        </p:nvSpPr>
        <p:spPr>
          <a:xfrm>
            <a:off x="598869" y="3417569"/>
            <a:ext cx="7506193" cy="72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914CDDC-3646-5760-3A50-C1ABEDA3FC0D}"/>
              </a:ext>
            </a:extLst>
          </p:cNvPr>
          <p:cNvCxnSpPr>
            <a:cxnSpLocks/>
          </p:cNvCxnSpPr>
          <p:nvPr/>
        </p:nvCxnSpPr>
        <p:spPr>
          <a:xfrm>
            <a:off x="598869" y="2697569"/>
            <a:ext cx="10800000" cy="0"/>
          </a:xfrm>
          <a:prstGeom prst="line">
            <a:avLst/>
          </a:prstGeom>
          <a:ln w="57150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E6F512E9-D6ED-27D7-7979-0C5F3DCCB065}"/>
              </a:ext>
            </a:extLst>
          </p:cNvPr>
          <p:cNvSpPr/>
          <p:nvPr/>
        </p:nvSpPr>
        <p:spPr>
          <a:xfrm>
            <a:off x="598869" y="4137569"/>
            <a:ext cx="7506193" cy="72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D0001EC-19D4-66E1-C5FC-A19CBD38484F}"/>
              </a:ext>
            </a:extLst>
          </p:cNvPr>
          <p:cNvCxnSpPr>
            <a:cxnSpLocks/>
          </p:cNvCxnSpPr>
          <p:nvPr/>
        </p:nvCxnSpPr>
        <p:spPr>
          <a:xfrm>
            <a:off x="598869" y="4137569"/>
            <a:ext cx="7506193" cy="0"/>
          </a:xfrm>
          <a:prstGeom prst="line">
            <a:avLst/>
          </a:prstGeom>
          <a:ln w="38100">
            <a:solidFill>
              <a:schemeClr val="bg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A05B4B19-C751-3A25-2415-FA649BC80DDD}"/>
              </a:ext>
            </a:extLst>
          </p:cNvPr>
          <p:cNvCxnSpPr/>
          <p:nvPr/>
        </p:nvCxnSpPr>
        <p:spPr>
          <a:xfrm>
            <a:off x="6962062" y="3417568"/>
            <a:ext cx="0" cy="1422641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A07CE5-2EF1-E736-BD9C-E83CD0B25CB4}"/>
              </a:ext>
            </a:extLst>
          </p:cNvPr>
          <p:cNvCxnSpPr>
            <a:cxnSpLocks/>
          </p:cNvCxnSpPr>
          <p:nvPr/>
        </p:nvCxnSpPr>
        <p:spPr>
          <a:xfrm>
            <a:off x="598869" y="3417569"/>
            <a:ext cx="7506193" cy="0"/>
          </a:xfrm>
          <a:prstGeom prst="line">
            <a:avLst/>
          </a:prstGeom>
          <a:ln w="38100">
            <a:solidFill>
              <a:schemeClr val="bg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E06ABEEC-620E-9711-2C71-3AA875299398}"/>
              </a:ext>
            </a:extLst>
          </p:cNvPr>
          <p:cNvCxnSpPr>
            <a:cxnSpLocks/>
          </p:cNvCxnSpPr>
          <p:nvPr/>
        </p:nvCxnSpPr>
        <p:spPr>
          <a:xfrm>
            <a:off x="8105062" y="3417568"/>
            <a:ext cx="3293807" cy="11432"/>
          </a:xfrm>
          <a:prstGeom prst="line">
            <a:avLst/>
          </a:prstGeom>
          <a:ln w="57150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9D1E408-05C7-BD51-4218-D99E3B375274}"/>
              </a:ext>
            </a:extLst>
          </p:cNvPr>
          <p:cNvCxnSpPr>
            <a:cxnSpLocks/>
          </p:cNvCxnSpPr>
          <p:nvPr/>
        </p:nvCxnSpPr>
        <p:spPr>
          <a:xfrm>
            <a:off x="4737975" y="3121819"/>
            <a:ext cx="1407318" cy="650081"/>
          </a:xfrm>
          <a:prstGeom prst="line">
            <a:avLst/>
          </a:prstGeom>
          <a:ln w="28575">
            <a:headEnd type="diamond"/>
            <a:tailEnd type="diamon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E28BB4C-E301-3C71-B03A-6C1961480C40}"/>
              </a:ext>
            </a:extLst>
          </p:cNvPr>
          <p:cNvCxnSpPr>
            <a:cxnSpLocks/>
          </p:cNvCxnSpPr>
          <p:nvPr/>
        </p:nvCxnSpPr>
        <p:spPr>
          <a:xfrm>
            <a:off x="598869" y="1269088"/>
            <a:ext cx="10800000" cy="0"/>
          </a:xfrm>
          <a:prstGeom prst="line">
            <a:avLst/>
          </a:prstGeom>
          <a:ln w="57150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96D15388-91E1-8875-2F00-66A57F84325A}"/>
              </a:ext>
            </a:extLst>
          </p:cNvPr>
          <p:cNvCxnSpPr>
            <a:cxnSpLocks/>
          </p:cNvCxnSpPr>
          <p:nvPr/>
        </p:nvCxnSpPr>
        <p:spPr>
          <a:xfrm>
            <a:off x="598869" y="4857568"/>
            <a:ext cx="7610968" cy="0"/>
          </a:xfrm>
          <a:prstGeom prst="line">
            <a:avLst/>
          </a:prstGeom>
          <a:ln w="57150">
            <a:solidFill>
              <a:schemeClr val="bg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7AF710A5-C21E-257F-FEE9-2E04B4B72B30}"/>
              </a:ext>
            </a:extLst>
          </p:cNvPr>
          <p:cNvGrpSpPr/>
          <p:nvPr/>
        </p:nvGrpSpPr>
        <p:grpSpPr>
          <a:xfrm>
            <a:off x="1431212" y="2968374"/>
            <a:ext cx="284956" cy="180000"/>
            <a:chOff x="1422400" y="2968374"/>
            <a:chExt cx="284956" cy="180000"/>
          </a:xfrm>
        </p:grpSpPr>
        <p:sp>
          <p:nvSpPr>
            <p:cNvPr id="23" name="Pfeil: nach rechts 22">
              <a:extLst>
                <a:ext uri="{FF2B5EF4-FFF2-40B4-BE49-F238E27FC236}">
                  <a16:creationId xmlns:a16="http://schemas.microsoft.com/office/drawing/2014/main" id="{8A106A6E-53CD-6A87-6228-1F97071E5D03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Flussdiagramm: Verbinder 25">
              <a:extLst>
                <a:ext uri="{FF2B5EF4-FFF2-40B4-BE49-F238E27FC236}">
                  <a16:creationId xmlns:a16="http://schemas.microsoft.com/office/drawing/2014/main" id="{C418FF4C-17D5-7565-DB9A-875AFB71C553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0</a:t>
              </a:r>
            </a:p>
          </p:txBody>
        </p:sp>
      </p:grpSp>
      <p:sp>
        <p:nvSpPr>
          <p:cNvPr id="36" name="Flussdiagramm: Verbinder 35">
            <a:extLst>
              <a:ext uri="{FF2B5EF4-FFF2-40B4-BE49-F238E27FC236}">
                <a16:creationId xmlns:a16="http://schemas.microsoft.com/office/drawing/2014/main" id="{5D1B4B17-5645-725F-6F68-746FFF471014}"/>
              </a:ext>
            </a:extLst>
          </p:cNvPr>
          <p:cNvSpPr/>
          <p:nvPr/>
        </p:nvSpPr>
        <p:spPr>
          <a:xfrm>
            <a:off x="3005936" y="1179088"/>
            <a:ext cx="180000" cy="180000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7" name="Flussdiagramm: Verbinder 36">
            <a:extLst>
              <a:ext uri="{FF2B5EF4-FFF2-40B4-BE49-F238E27FC236}">
                <a16:creationId xmlns:a16="http://schemas.microsoft.com/office/drawing/2014/main" id="{E4D39291-0540-E383-EF7B-CCAE4726FCE7}"/>
              </a:ext>
            </a:extLst>
          </p:cNvPr>
          <p:cNvSpPr/>
          <p:nvPr/>
        </p:nvSpPr>
        <p:spPr>
          <a:xfrm>
            <a:off x="3005936" y="260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8" name="Flussdiagramm: Verbinder 37">
            <a:extLst>
              <a:ext uri="{FF2B5EF4-FFF2-40B4-BE49-F238E27FC236}">
                <a16:creationId xmlns:a16="http://schemas.microsoft.com/office/drawing/2014/main" id="{5A2D0D39-093F-6D06-BB52-833BEA312218}"/>
              </a:ext>
            </a:extLst>
          </p:cNvPr>
          <p:cNvSpPr/>
          <p:nvPr/>
        </p:nvSpPr>
        <p:spPr>
          <a:xfrm>
            <a:off x="3005936" y="332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9" name="Flussdiagramm: Verbinder 38">
            <a:extLst>
              <a:ext uri="{FF2B5EF4-FFF2-40B4-BE49-F238E27FC236}">
                <a16:creationId xmlns:a16="http://schemas.microsoft.com/office/drawing/2014/main" id="{E06DE955-ABA8-6E7C-6126-45A6851B5D0E}"/>
              </a:ext>
            </a:extLst>
          </p:cNvPr>
          <p:cNvSpPr/>
          <p:nvPr/>
        </p:nvSpPr>
        <p:spPr>
          <a:xfrm>
            <a:off x="3005936" y="4047569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0" name="Flussdiagramm: Verbinder 39">
            <a:extLst>
              <a:ext uri="{FF2B5EF4-FFF2-40B4-BE49-F238E27FC236}">
                <a16:creationId xmlns:a16="http://schemas.microsoft.com/office/drawing/2014/main" id="{9C3D215E-942D-460B-F5C1-D640BFEFBDFF}"/>
              </a:ext>
            </a:extLst>
          </p:cNvPr>
          <p:cNvSpPr/>
          <p:nvPr/>
        </p:nvSpPr>
        <p:spPr>
          <a:xfrm>
            <a:off x="3005936" y="4767568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7" name="Flussdiagramm: Verbinder 46">
            <a:extLst>
              <a:ext uri="{FF2B5EF4-FFF2-40B4-BE49-F238E27FC236}">
                <a16:creationId xmlns:a16="http://schemas.microsoft.com/office/drawing/2014/main" id="{14C5AB06-9564-AB90-2FAA-05FB111BC921}"/>
              </a:ext>
            </a:extLst>
          </p:cNvPr>
          <p:cNvSpPr/>
          <p:nvPr/>
        </p:nvSpPr>
        <p:spPr>
          <a:xfrm>
            <a:off x="4580660" y="1179088"/>
            <a:ext cx="180000" cy="180000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8" name="Flussdiagramm: Verbinder 47">
            <a:extLst>
              <a:ext uri="{FF2B5EF4-FFF2-40B4-BE49-F238E27FC236}">
                <a16:creationId xmlns:a16="http://schemas.microsoft.com/office/drawing/2014/main" id="{90DDD2D8-4EF7-7550-CAC2-B93BD13D7689}"/>
              </a:ext>
            </a:extLst>
          </p:cNvPr>
          <p:cNvSpPr/>
          <p:nvPr/>
        </p:nvSpPr>
        <p:spPr>
          <a:xfrm>
            <a:off x="4580660" y="260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9" name="Flussdiagramm: Verbinder 48">
            <a:extLst>
              <a:ext uri="{FF2B5EF4-FFF2-40B4-BE49-F238E27FC236}">
                <a16:creationId xmlns:a16="http://schemas.microsoft.com/office/drawing/2014/main" id="{29AFE239-2230-A120-4393-745EC8E77E7B}"/>
              </a:ext>
            </a:extLst>
          </p:cNvPr>
          <p:cNvSpPr/>
          <p:nvPr/>
        </p:nvSpPr>
        <p:spPr>
          <a:xfrm>
            <a:off x="4580660" y="332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Flussdiagramm: Verbinder 49">
            <a:extLst>
              <a:ext uri="{FF2B5EF4-FFF2-40B4-BE49-F238E27FC236}">
                <a16:creationId xmlns:a16="http://schemas.microsoft.com/office/drawing/2014/main" id="{A329C299-B5F7-23A7-D70A-171CA144682E}"/>
              </a:ext>
            </a:extLst>
          </p:cNvPr>
          <p:cNvSpPr/>
          <p:nvPr/>
        </p:nvSpPr>
        <p:spPr>
          <a:xfrm>
            <a:off x="4580660" y="4047568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1" name="Flussdiagramm: Verbinder 50">
            <a:extLst>
              <a:ext uri="{FF2B5EF4-FFF2-40B4-BE49-F238E27FC236}">
                <a16:creationId xmlns:a16="http://schemas.microsoft.com/office/drawing/2014/main" id="{F4D920D1-5FF2-5FB5-304E-CE5CB7FBB13D}"/>
              </a:ext>
            </a:extLst>
          </p:cNvPr>
          <p:cNvSpPr/>
          <p:nvPr/>
        </p:nvSpPr>
        <p:spPr>
          <a:xfrm>
            <a:off x="4580660" y="4767568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8" name="Flussdiagramm: Verbinder 57">
            <a:extLst>
              <a:ext uri="{FF2B5EF4-FFF2-40B4-BE49-F238E27FC236}">
                <a16:creationId xmlns:a16="http://schemas.microsoft.com/office/drawing/2014/main" id="{78542481-880C-28F0-0BD1-06F6009FBBFF}"/>
              </a:ext>
            </a:extLst>
          </p:cNvPr>
          <p:cNvSpPr/>
          <p:nvPr/>
        </p:nvSpPr>
        <p:spPr>
          <a:xfrm>
            <a:off x="6155384" y="1179088"/>
            <a:ext cx="180000" cy="180000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" name="Flussdiagramm: Verbinder 58">
            <a:extLst>
              <a:ext uri="{FF2B5EF4-FFF2-40B4-BE49-F238E27FC236}">
                <a16:creationId xmlns:a16="http://schemas.microsoft.com/office/drawing/2014/main" id="{5BE9D430-8FF7-886B-48EC-46D9FEAA6AF0}"/>
              </a:ext>
            </a:extLst>
          </p:cNvPr>
          <p:cNvSpPr/>
          <p:nvPr/>
        </p:nvSpPr>
        <p:spPr>
          <a:xfrm>
            <a:off x="6155384" y="2607569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" name="Flussdiagramm: Verbinder 59">
            <a:extLst>
              <a:ext uri="{FF2B5EF4-FFF2-40B4-BE49-F238E27FC236}">
                <a16:creationId xmlns:a16="http://schemas.microsoft.com/office/drawing/2014/main" id="{19B11C0D-8EB0-0C02-8E63-F56D203DA966}"/>
              </a:ext>
            </a:extLst>
          </p:cNvPr>
          <p:cNvSpPr/>
          <p:nvPr/>
        </p:nvSpPr>
        <p:spPr>
          <a:xfrm>
            <a:off x="6155384" y="332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1" name="Flussdiagramm: Verbinder 60">
            <a:extLst>
              <a:ext uri="{FF2B5EF4-FFF2-40B4-BE49-F238E27FC236}">
                <a16:creationId xmlns:a16="http://schemas.microsoft.com/office/drawing/2014/main" id="{009F3587-1118-2057-FE13-95AF2033DF0E}"/>
              </a:ext>
            </a:extLst>
          </p:cNvPr>
          <p:cNvSpPr/>
          <p:nvPr/>
        </p:nvSpPr>
        <p:spPr>
          <a:xfrm>
            <a:off x="6155384" y="404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2" name="Flussdiagramm: Verbinder 61">
            <a:extLst>
              <a:ext uri="{FF2B5EF4-FFF2-40B4-BE49-F238E27FC236}">
                <a16:creationId xmlns:a16="http://schemas.microsoft.com/office/drawing/2014/main" id="{8858B3D8-3B8A-145F-5CE0-125ADA417961}"/>
              </a:ext>
            </a:extLst>
          </p:cNvPr>
          <p:cNvSpPr/>
          <p:nvPr/>
        </p:nvSpPr>
        <p:spPr>
          <a:xfrm>
            <a:off x="6155384" y="4767568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9" name="Flussdiagramm: Verbinder 68">
            <a:extLst>
              <a:ext uri="{FF2B5EF4-FFF2-40B4-BE49-F238E27FC236}">
                <a16:creationId xmlns:a16="http://schemas.microsoft.com/office/drawing/2014/main" id="{EBDA2BB6-B202-9D11-7F01-EBC4CA4D9F19}"/>
              </a:ext>
            </a:extLst>
          </p:cNvPr>
          <p:cNvSpPr/>
          <p:nvPr/>
        </p:nvSpPr>
        <p:spPr>
          <a:xfrm>
            <a:off x="7730107" y="1179088"/>
            <a:ext cx="180000" cy="180000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0" name="Flussdiagramm: Verbinder 69">
            <a:extLst>
              <a:ext uri="{FF2B5EF4-FFF2-40B4-BE49-F238E27FC236}">
                <a16:creationId xmlns:a16="http://schemas.microsoft.com/office/drawing/2014/main" id="{E24CC12C-6B03-83D0-AEE8-B10CEE800F72}"/>
              </a:ext>
            </a:extLst>
          </p:cNvPr>
          <p:cNvSpPr/>
          <p:nvPr/>
        </p:nvSpPr>
        <p:spPr>
          <a:xfrm>
            <a:off x="7730107" y="2607569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" name="Flussdiagramm: Verbinder 70">
            <a:extLst>
              <a:ext uri="{FF2B5EF4-FFF2-40B4-BE49-F238E27FC236}">
                <a16:creationId xmlns:a16="http://schemas.microsoft.com/office/drawing/2014/main" id="{583B6C73-015C-81FA-14F0-ED4CE4A47D01}"/>
              </a:ext>
            </a:extLst>
          </p:cNvPr>
          <p:cNvSpPr/>
          <p:nvPr/>
        </p:nvSpPr>
        <p:spPr>
          <a:xfrm>
            <a:off x="7730107" y="332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2" name="Flussdiagramm: Verbinder 71">
            <a:extLst>
              <a:ext uri="{FF2B5EF4-FFF2-40B4-BE49-F238E27FC236}">
                <a16:creationId xmlns:a16="http://schemas.microsoft.com/office/drawing/2014/main" id="{E10FA0D1-FAFB-186C-1A65-917298A13850}"/>
              </a:ext>
            </a:extLst>
          </p:cNvPr>
          <p:cNvSpPr/>
          <p:nvPr/>
        </p:nvSpPr>
        <p:spPr>
          <a:xfrm>
            <a:off x="7730107" y="404756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3" name="Flussdiagramm: Verbinder 72">
            <a:extLst>
              <a:ext uri="{FF2B5EF4-FFF2-40B4-BE49-F238E27FC236}">
                <a16:creationId xmlns:a16="http://schemas.microsoft.com/office/drawing/2014/main" id="{9DEC1D43-6157-7165-9473-0918696A7EF7}"/>
              </a:ext>
            </a:extLst>
          </p:cNvPr>
          <p:cNvSpPr/>
          <p:nvPr/>
        </p:nvSpPr>
        <p:spPr>
          <a:xfrm>
            <a:off x="7730107" y="4767568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2" name="Flussdiagramm: Verbinder 81">
            <a:extLst>
              <a:ext uri="{FF2B5EF4-FFF2-40B4-BE49-F238E27FC236}">
                <a16:creationId xmlns:a16="http://schemas.microsoft.com/office/drawing/2014/main" id="{982AB3B7-F44A-5534-A570-DACFA4539AE1}"/>
              </a:ext>
            </a:extLst>
          </p:cNvPr>
          <p:cNvSpPr/>
          <p:nvPr/>
        </p:nvSpPr>
        <p:spPr>
          <a:xfrm>
            <a:off x="9458951" y="3539291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3" name="Flussdiagramm: Verbinder 82">
            <a:extLst>
              <a:ext uri="{FF2B5EF4-FFF2-40B4-BE49-F238E27FC236}">
                <a16:creationId xmlns:a16="http://schemas.microsoft.com/office/drawing/2014/main" id="{33550F81-4937-6618-F0E4-F82D35364E75}"/>
              </a:ext>
            </a:extLst>
          </p:cNvPr>
          <p:cNvSpPr/>
          <p:nvPr/>
        </p:nvSpPr>
        <p:spPr>
          <a:xfrm rot="900000">
            <a:off x="9118450" y="4186949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4" name="Flussdiagramm: Verbinder 83">
            <a:extLst>
              <a:ext uri="{FF2B5EF4-FFF2-40B4-BE49-F238E27FC236}">
                <a16:creationId xmlns:a16="http://schemas.microsoft.com/office/drawing/2014/main" id="{86217005-A9E0-5EAE-4A57-82BEB570A187}"/>
              </a:ext>
            </a:extLst>
          </p:cNvPr>
          <p:cNvSpPr/>
          <p:nvPr/>
        </p:nvSpPr>
        <p:spPr>
          <a:xfrm>
            <a:off x="8773269" y="4856901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3" name="Flussdiagramm: Verbinder 92">
            <a:extLst>
              <a:ext uri="{FF2B5EF4-FFF2-40B4-BE49-F238E27FC236}">
                <a16:creationId xmlns:a16="http://schemas.microsoft.com/office/drawing/2014/main" id="{FF2FD7C3-E854-DB5A-5A3E-26CDCDB66CBA}"/>
              </a:ext>
            </a:extLst>
          </p:cNvPr>
          <p:cNvSpPr/>
          <p:nvPr/>
        </p:nvSpPr>
        <p:spPr>
          <a:xfrm>
            <a:off x="10406997" y="4915875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4" name="Flussdiagramm: Verbinder 93">
            <a:extLst>
              <a:ext uri="{FF2B5EF4-FFF2-40B4-BE49-F238E27FC236}">
                <a16:creationId xmlns:a16="http://schemas.microsoft.com/office/drawing/2014/main" id="{C2239970-F625-8F59-40A6-18343B961E59}"/>
              </a:ext>
            </a:extLst>
          </p:cNvPr>
          <p:cNvSpPr/>
          <p:nvPr/>
        </p:nvSpPr>
        <p:spPr>
          <a:xfrm>
            <a:off x="10974221" y="4503981"/>
            <a:ext cx="180000" cy="180000"/>
          </a:xfrm>
          <a:prstGeom prst="flowChartConnector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7" name="Flussdiagramm: Verbinder 96">
            <a:extLst>
              <a:ext uri="{FF2B5EF4-FFF2-40B4-BE49-F238E27FC236}">
                <a16:creationId xmlns:a16="http://schemas.microsoft.com/office/drawing/2014/main" id="{950683A8-C4D1-9C3E-B01C-5910AD88FC79}"/>
              </a:ext>
            </a:extLst>
          </p:cNvPr>
          <p:cNvSpPr/>
          <p:nvPr/>
        </p:nvSpPr>
        <p:spPr>
          <a:xfrm>
            <a:off x="9799178" y="5350121"/>
            <a:ext cx="180000" cy="180000"/>
          </a:xfrm>
          <a:prstGeom prst="flowChartConnector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0215C53-0923-C730-F4F1-6120E3F7E7AF}"/>
              </a:ext>
            </a:extLst>
          </p:cNvPr>
          <p:cNvCxnSpPr>
            <a:cxnSpLocks/>
          </p:cNvCxnSpPr>
          <p:nvPr/>
        </p:nvCxnSpPr>
        <p:spPr>
          <a:xfrm>
            <a:off x="3095936" y="987224"/>
            <a:ext cx="1574724" cy="0"/>
          </a:xfrm>
          <a:prstGeom prst="line">
            <a:avLst/>
          </a:prstGeom>
          <a:ln w="28575">
            <a:headEnd type="diamond"/>
            <a:tailEnd type="diamon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feld 103">
            <a:extLst>
              <a:ext uri="{FF2B5EF4-FFF2-40B4-BE49-F238E27FC236}">
                <a16:creationId xmlns:a16="http://schemas.microsoft.com/office/drawing/2014/main" id="{B612325B-DFDA-1E24-08DB-90E419A59BE0}"/>
              </a:ext>
            </a:extLst>
          </p:cNvPr>
          <p:cNvSpPr txBox="1"/>
          <p:nvPr/>
        </p:nvSpPr>
        <p:spPr>
          <a:xfrm>
            <a:off x="3702800" y="747320"/>
            <a:ext cx="360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/>
              <a:t>Δs</a:t>
            </a:r>
            <a:endParaRPr lang="en-US" sz="1200" b="1" dirty="0"/>
          </a:p>
        </p:txBody>
      </p:sp>
      <p:sp>
        <p:nvSpPr>
          <p:cNvPr id="27" name="Teilkreis 26">
            <a:extLst>
              <a:ext uri="{FF2B5EF4-FFF2-40B4-BE49-F238E27FC236}">
                <a16:creationId xmlns:a16="http://schemas.microsoft.com/office/drawing/2014/main" id="{844E7636-2F2E-BFF9-5C9B-485E4F3B82B9}"/>
              </a:ext>
            </a:extLst>
          </p:cNvPr>
          <p:cNvSpPr/>
          <p:nvPr/>
        </p:nvSpPr>
        <p:spPr>
          <a:xfrm>
            <a:off x="3005936" y="3327569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" name="Teilkreis 33">
            <a:extLst>
              <a:ext uri="{FF2B5EF4-FFF2-40B4-BE49-F238E27FC236}">
                <a16:creationId xmlns:a16="http://schemas.microsoft.com/office/drawing/2014/main" id="{CB0A3DE9-3BF4-2916-6CD9-FCDD6B67D72F}"/>
              </a:ext>
            </a:extLst>
          </p:cNvPr>
          <p:cNvSpPr/>
          <p:nvPr/>
        </p:nvSpPr>
        <p:spPr>
          <a:xfrm rot="10800000">
            <a:off x="6155384" y="3327570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5" name="Teilkreis 44">
            <a:extLst>
              <a:ext uri="{FF2B5EF4-FFF2-40B4-BE49-F238E27FC236}">
                <a16:creationId xmlns:a16="http://schemas.microsoft.com/office/drawing/2014/main" id="{D1E688FE-FA0C-FF48-450B-65073F32D989}"/>
              </a:ext>
            </a:extLst>
          </p:cNvPr>
          <p:cNvSpPr/>
          <p:nvPr/>
        </p:nvSpPr>
        <p:spPr>
          <a:xfrm rot="10800000">
            <a:off x="7730107" y="3327570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4" name="Teilkreis 73">
            <a:extLst>
              <a:ext uri="{FF2B5EF4-FFF2-40B4-BE49-F238E27FC236}">
                <a16:creationId xmlns:a16="http://schemas.microsoft.com/office/drawing/2014/main" id="{F14016EA-C064-6425-74A3-9B0C1D39F27F}"/>
              </a:ext>
            </a:extLst>
          </p:cNvPr>
          <p:cNvSpPr/>
          <p:nvPr/>
        </p:nvSpPr>
        <p:spPr>
          <a:xfrm>
            <a:off x="6155384" y="4047568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6" name="Teilkreis 75">
            <a:extLst>
              <a:ext uri="{FF2B5EF4-FFF2-40B4-BE49-F238E27FC236}">
                <a16:creationId xmlns:a16="http://schemas.microsoft.com/office/drawing/2014/main" id="{DDCD0411-0050-BDC9-44AC-921300BE9FDA}"/>
              </a:ext>
            </a:extLst>
          </p:cNvPr>
          <p:cNvSpPr/>
          <p:nvPr/>
        </p:nvSpPr>
        <p:spPr>
          <a:xfrm>
            <a:off x="7730107" y="4047568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8" name="Teilkreis 77">
            <a:extLst>
              <a:ext uri="{FF2B5EF4-FFF2-40B4-BE49-F238E27FC236}">
                <a16:creationId xmlns:a16="http://schemas.microsoft.com/office/drawing/2014/main" id="{86CBE725-E9F0-63CB-042F-7C6A58F07453}"/>
              </a:ext>
            </a:extLst>
          </p:cNvPr>
          <p:cNvSpPr/>
          <p:nvPr/>
        </p:nvSpPr>
        <p:spPr>
          <a:xfrm rot="900000">
            <a:off x="9118450" y="4186949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eilkreis 80">
            <a:extLst>
              <a:ext uri="{FF2B5EF4-FFF2-40B4-BE49-F238E27FC236}">
                <a16:creationId xmlns:a16="http://schemas.microsoft.com/office/drawing/2014/main" id="{34EC17AE-E052-4A96-9347-5A5DA53A5365}"/>
              </a:ext>
            </a:extLst>
          </p:cNvPr>
          <p:cNvSpPr/>
          <p:nvPr/>
        </p:nvSpPr>
        <p:spPr>
          <a:xfrm rot="3175656">
            <a:off x="10406997" y="4915875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9" name="Teilkreis 98">
            <a:extLst>
              <a:ext uri="{FF2B5EF4-FFF2-40B4-BE49-F238E27FC236}">
                <a16:creationId xmlns:a16="http://schemas.microsoft.com/office/drawing/2014/main" id="{8DF5A720-4CCC-4956-31C4-42681CB8781F}"/>
              </a:ext>
            </a:extLst>
          </p:cNvPr>
          <p:cNvSpPr/>
          <p:nvPr/>
        </p:nvSpPr>
        <p:spPr>
          <a:xfrm>
            <a:off x="3005936" y="4767568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3" name="Teilkreis 102">
            <a:extLst>
              <a:ext uri="{FF2B5EF4-FFF2-40B4-BE49-F238E27FC236}">
                <a16:creationId xmlns:a16="http://schemas.microsoft.com/office/drawing/2014/main" id="{F07AD19D-B550-ABAB-E037-BFEC4A61EAAD}"/>
              </a:ext>
            </a:extLst>
          </p:cNvPr>
          <p:cNvSpPr/>
          <p:nvPr/>
        </p:nvSpPr>
        <p:spPr>
          <a:xfrm>
            <a:off x="4580660" y="4767568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1" name="Teilkreis 110">
            <a:extLst>
              <a:ext uri="{FF2B5EF4-FFF2-40B4-BE49-F238E27FC236}">
                <a16:creationId xmlns:a16="http://schemas.microsoft.com/office/drawing/2014/main" id="{BD7F77EF-17E7-0237-929F-FB3670D41FDC}"/>
              </a:ext>
            </a:extLst>
          </p:cNvPr>
          <p:cNvSpPr/>
          <p:nvPr/>
        </p:nvSpPr>
        <p:spPr>
          <a:xfrm>
            <a:off x="6155384" y="4767568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2" name="Teilkreis 111">
            <a:extLst>
              <a:ext uri="{FF2B5EF4-FFF2-40B4-BE49-F238E27FC236}">
                <a16:creationId xmlns:a16="http://schemas.microsoft.com/office/drawing/2014/main" id="{17EE330B-DC53-DF28-A222-93912059C259}"/>
              </a:ext>
            </a:extLst>
          </p:cNvPr>
          <p:cNvSpPr/>
          <p:nvPr/>
        </p:nvSpPr>
        <p:spPr>
          <a:xfrm>
            <a:off x="7730107" y="4767568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5" name="Teilkreis 114">
            <a:extLst>
              <a:ext uri="{FF2B5EF4-FFF2-40B4-BE49-F238E27FC236}">
                <a16:creationId xmlns:a16="http://schemas.microsoft.com/office/drawing/2014/main" id="{318752A6-837C-01DD-8249-CD5C16655EE6}"/>
              </a:ext>
            </a:extLst>
          </p:cNvPr>
          <p:cNvSpPr/>
          <p:nvPr/>
        </p:nvSpPr>
        <p:spPr>
          <a:xfrm rot="789466">
            <a:off x="8773269" y="4856901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7" name="Teilkreis 116">
            <a:extLst>
              <a:ext uri="{FF2B5EF4-FFF2-40B4-BE49-F238E27FC236}">
                <a16:creationId xmlns:a16="http://schemas.microsoft.com/office/drawing/2014/main" id="{45F78015-6DFF-9C00-C843-5B01FB6757F6}"/>
              </a:ext>
            </a:extLst>
          </p:cNvPr>
          <p:cNvSpPr/>
          <p:nvPr/>
        </p:nvSpPr>
        <p:spPr>
          <a:xfrm rot="2753384">
            <a:off x="9799178" y="5350121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4" name="Teilkreis 123">
            <a:extLst>
              <a:ext uri="{FF2B5EF4-FFF2-40B4-BE49-F238E27FC236}">
                <a16:creationId xmlns:a16="http://schemas.microsoft.com/office/drawing/2014/main" id="{108EF188-64CE-FB2D-1538-152B0D38FDCB}"/>
              </a:ext>
            </a:extLst>
          </p:cNvPr>
          <p:cNvSpPr/>
          <p:nvPr/>
        </p:nvSpPr>
        <p:spPr>
          <a:xfrm rot="11958596">
            <a:off x="9458951" y="3539291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5" name="Teilkreis 124">
            <a:extLst>
              <a:ext uri="{FF2B5EF4-FFF2-40B4-BE49-F238E27FC236}">
                <a16:creationId xmlns:a16="http://schemas.microsoft.com/office/drawing/2014/main" id="{9417835E-5EBA-6390-CE94-EF4ACE17EC06}"/>
              </a:ext>
            </a:extLst>
          </p:cNvPr>
          <p:cNvSpPr/>
          <p:nvPr/>
        </p:nvSpPr>
        <p:spPr>
          <a:xfrm rot="13671414">
            <a:off x="10974221" y="4503981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31" name="Gruppieren 130">
            <a:extLst>
              <a:ext uri="{FF2B5EF4-FFF2-40B4-BE49-F238E27FC236}">
                <a16:creationId xmlns:a16="http://schemas.microsoft.com/office/drawing/2014/main" id="{C5990FA7-9092-B4AA-76C2-8946A2D05418}"/>
              </a:ext>
            </a:extLst>
          </p:cNvPr>
          <p:cNvGrpSpPr/>
          <p:nvPr/>
        </p:nvGrpSpPr>
        <p:grpSpPr>
          <a:xfrm>
            <a:off x="3005936" y="2967569"/>
            <a:ext cx="284956" cy="180000"/>
            <a:chOff x="1422400" y="2968374"/>
            <a:chExt cx="284956" cy="180000"/>
          </a:xfrm>
        </p:grpSpPr>
        <p:sp>
          <p:nvSpPr>
            <p:cNvPr id="132" name="Pfeil: nach rechts 131">
              <a:extLst>
                <a:ext uri="{FF2B5EF4-FFF2-40B4-BE49-F238E27FC236}">
                  <a16:creationId xmlns:a16="http://schemas.microsoft.com/office/drawing/2014/main" id="{C31CE2B9-5FCB-814E-BF2E-34E9EEB54AD4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Flussdiagramm: Verbinder 132">
              <a:extLst>
                <a:ext uri="{FF2B5EF4-FFF2-40B4-BE49-F238E27FC236}">
                  <a16:creationId xmlns:a16="http://schemas.microsoft.com/office/drawing/2014/main" id="{1CAF4C65-60B0-D766-33B8-1ACC51444889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3E79002E-E591-7481-EF32-431885E8A5E8}"/>
              </a:ext>
            </a:extLst>
          </p:cNvPr>
          <p:cNvGrpSpPr/>
          <p:nvPr/>
        </p:nvGrpSpPr>
        <p:grpSpPr>
          <a:xfrm>
            <a:off x="4580660" y="2967569"/>
            <a:ext cx="284956" cy="180000"/>
            <a:chOff x="1422400" y="2968374"/>
            <a:chExt cx="284956" cy="180000"/>
          </a:xfrm>
        </p:grpSpPr>
        <p:sp>
          <p:nvSpPr>
            <p:cNvPr id="20" name="Pfeil: nach rechts 19">
              <a:extLst>
                <a:ext uri="{FF2B5EF4-FFF2-40B4-BE49-F238E27FC236}">
                  <a16:creationId xmlns:a16="http://schemas.microsoft.com/office/drawing/2014/main" id="{22E77305-0049-7F9E-AA5F-1A3EDF78B68F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1" name="Flussdiagramm: Verbinder 40">
              <a:extLst>
                <a:ext uri="{FF2B5EF4-FFF2-40B4-BE49-F238E27FC236}">
                  <a16:creationId xmlns:a16="http://schemas.microsoft.com/office/drawing/2014/main" id="{477E0E55-A7A1-D2C2-96F6-192998CE32DF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/>
                <a:t>0</a:t>
              </a:r>
              <a:endParaRPr lang="en-US" sz="1200" dirty="0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815F3617-EEA3-249C-30BD-747FF03AF62F}"/>
              </a:ext>
            </a:extLst>
          </p:cNvPr>
          <p:cNvGrpSpPr/>
          <p:nvPr/>
        </p:nvGrpSpPr>
        <p:grpSpPr>
          <a:xfrm>
            <a:off x="6155384" y="2967570"/>
            <a:ext cx="284956" cy="180000"/>
            <a:chOff x="1422400" y="2968374"/>
            <a:chExt cx="284956" cy="180000"/>
          </a:xfrm>
        </p:grpSpPr>
        <p:sp>
          <p:nvSpPr>
            <p:cNvPr id="43" name="Pfeil: nach rechts 42">
              <a:extLst>
                <a:ext uri="{FF2B5EF4-FFF2-40B4-BE49-F238E27FC236}">
                  <a16:creationId xmlns:a16="http://schemas.microsoft.com/office/drawing/2014/main" id="{1FD69A1A-7BEA-9112-0226-BC37D1769C27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80" name="Flussdiagramm: Verbinder 79">
              <a:extLst>
                <a:ext uri="{FF2B5EF4-FFF2-40B4-BE49-F238E27FC236}">
                  <a16:creationId xmlns:a16="http://schemas.microsoft.com/office/drawing/2014/main" id="{00C30591-3B1C-F566-E0B0-4DFB83FE083F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0</a:t>
              </a:r>
            </a:p>
          </p:txBody>
        </p: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46B5A7F2-4396-BCA8-9350-0280D33B562F}"/>
              </a:ext>
            </a:extLst>
          </p:cNvPr>
          <p:cNvGrpSpPr/>
          <p:nvPr/>
        </p:nvGrpSpPr>
        <p:grpSpPr>
          <a:xfrm>
            <a:off x="7730107" y="2967570"/>
            <a:ext cx="284956" cy="180000"/>
            <a:chOff x="1422400" y="2968374"/>
            <a:chExt cx="284956" cy="180000"/>
          </a:xfrm>
        </p:grpSpPr>
        <p:sp>
          <p:nvSpPr>
            <p:cNvPr id="116" name="Pfeil: nach rechts 115">
              <a:extLst>
                <a:ext uri="{FF2B5EF4-FFF2-40B4-BE49-F238E27FC236}">
                  <a16:creationId xmlns:a16="http://schemas.microsoft.com/office/drawing/2014/main" id="{333DE8B6-843C-88CF-C6A8-8105EAD2B38A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9" name="Flussdiagramm: Verbinder 118">
              <a:extLst>
                <a:ext uri="{FF2B5EF4-FFF2-40B4-BE49-F238E27FC236}">
                  <a16:creationId xmlns:a16="http://schemas.microsoft.com/office/drawing/2014/main" id="{003AFE3E-28AE-DF0A-F344-66B273A65B65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0</a:t>
              </a:r>
            </a:p>
          </p:txBody>
        </p:sp>
      </p:grp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B42460F0-C343-565D-5654-E5A09A884E8C}"/>
              </a:ext>
            </a:extLst>
          </p:cNvPr>
          <p:cNvGrpSpPr/>
          <p:nvPr/>
        </p:nvGrpSpPr>
        <p:grpSpPr>
          <a:xfrm>
            <a:off x="3005936" y="3687569"/>
            <a:ext cx="284956" cy="180000"/>
            <a:chOff x="1422400" y="2968374"/>
            <a:chExt cx="284956" cy="180000"/>
          </a:xfrm>
        </p:grpSpPr>
        <p:sp>
          <p:nvSpPr>
            <p:cNvPr id="158" name="Pfeil: nach rechts 157">
              <a:extLst>
                <a:ext uri="{FF2B5EF4-FFF2-40B4-BE49-F238E27FC236}">
                  <a16:creationId xmlns:a16="http://schemas.microsoft.com/office/drawing/2014/main" id="{6186E5F1-2DEA-2493-99DB-7DAF19E49860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59" name="Flussdiagramm: Verbinder 158">
              <a:extLst>
                <a:ext uri="{FF2B5EF4-FFF2-40B4-BE49-F238E27FC236}">
                  <a16:creationId xmlns:a16="http://schemas.microsoft.com/office/drawing/2014/main" id="{FD25BDA4-3610-98AC-B93F-6EF92B8FCFDC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1</a:t>
              </a:r>
              <a:endParaRPr lang="en-US" sz="1200" dirty="0"/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E43D492C-2788-9AEC-BD36-57845E32EF05}"/>
              </a:ext>
            </a:extLst>
          </p:cNvPr>
          <p:cNvGrpSpPr/>
          <p:nvPr/>
        </p:nvGrpSpPr>
        <p:grpSpPr>
          <a:xfrm>
            <a:off x="3005936" y="4407569"/>
            <a:ext cx="284956" cy="180000"/>
            <a:chOff x="1422400" y="2968374"/>
            <a:chExt cx="284956" cy="180000"/>
          </a:xfrm>
        </p:grpSpPr>
        <p:sp>
          <p:nvSpPr>
            <p:cNvPr id="161" name="Pfeil: nach rechts 160">
              <a:extLst>
                <a:ext uri="{FF2B5EF4-FFF2-40B4-BE49-F238E27FC236}">
                  <a16:creationId xmlns:a16="http://schemas.microsoft.com/office/drawing/2014/main" id="{4F06C827-0A9C-F211-CD6C-3E0841B5918C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62" name="Flussdiagramm: Verbinder 161">
              <a:extLst>
                <a:ext uri="{FF2B5EF4-FFF2-40B4-BE49-F238E27FC236}">
                  <a16:creationId xmlns:a16="http://schemas.microsoft.com/office/drawing/2014/main" id="{C23BFCB0-4C2C-5284-7802-FC4EA6F846A2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2</a:t>
              </a:r>
              <a:endParaRPr lang="en-US" sz="1200" dirty="0"/>
            </a:p>
          </p:txBody>
        </p:sp>
      </p:grpSp>
      <p:grpSp>
        <p:nvGrpSpPr>
          <p:cNvPr id="163" name="Gruppieren 162">
            <a:extLst>
              <a:ext uri="{FF2B5EF4-FFF2-40B4-BE49-F238E27FC236}">
                <a16:creationId xmlns:a16="http://schemas.microsoft.com/office/drawing/2014/main" id="{5F4DB8F0-712E-1A03-59BC-5038D3AD7529}"/>
              </a:ext>
            </a:extLst>
          </p:cNvPr>
          <p:cNvGrpSpPr/>
          <p:nvPr/>
        </p:nvGrpSpPr>
        <p:grpSpPr>
          <a:xfrm>
            <a:off x="4580660" y="3687569"/>
            <a:ext cx="284956" cy="180000"/>
            <a:chOff x="1422400" y="2968374"/>
            <a:chExt cx="284956" cy="180000"/>
          </a:xfrm>
        </p:grpSpPr>
        <p:sp>
          <p:nvSpPr>
            <p:cNvPr id="164" name="Pfeil: nach rechts 163">
              <a:extLst>
                <a:ext uri="{FF2B5EF4-FFF2-40B4-BE49-F238E27FC236}">
                  <a16:creationId xmlns:a16="http://schemas.microsoft.com/office/drawing/2014/main" id="{02163E6B-316A-866A-E882-43639A0E7599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65" name="Flussdiagramm: Verbinder 164">
              <a:extLst>
                <a:ext uri="{FF2B5EF4-FFF2-40B4-BE49-F238E27FC236}">
                  <a16:creationId xmlns:a16="http://schemas.microsoft.com/office/drawing/2014/main" id="{8767753C-765A-179D-21BE-AFBA1E95FAE0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1</a:t>
              </a:r>
              <a:endParaRPr lang="en-US" sz="1200" dirty="0"/>
            </a:p>
          </p:txBody>
        </p:sp>
      </p:grpSp>
      <p:grpSp>
        <p:nvGrpSpPr>
          <p:cNvPr id="166" name="Gruppieren 165">
            <a:extLst>
              <a:ext uri="{FF2B5EF4-FFF2-40B4-BE49-F238E27FC236}">
                <a16:creationId xmlns:a16="http://schemas.microsoft.com/office/drawing/2014/main" id="{7579DB6C-4F49-3F65-CDE5-26680B46CCDF}"/>
              </a:ext>
            </a:extLst>
          </p:cNvPr>
          <p:cNvGrpSpPr/>
          <p:nvPr/>
        </p:nvGrpSpPr>
        <p:grpSpPr>
          <a:xfrm>
            <a:off x="4580660" y="4407569"/>
            <a:ext cx="284956" cy="180000"/>
            <a:chOff x="1422400" y="2968374"/>
            <a:chExt cx="284956" cy="180000"/>
          </a:xfrm>
        </p:grpSpPr>
        <p:sp>
          <p:nvSpPr>
            <p:cNvPr id="167" name="Pfeil: nach rechts 166">
              <a:extLst>
                <a:ext uri="{FF2B5EF4-FFF2-40B4-BE49-F238E27FC236}">
                  <a16:creationId xmlns:a16="http://schemas.microsoft.com/office/drawing/2014/main" id="{149091A3-6A45-DFDE-3AA8-8F3EA9BEBD13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68" name="Flussdiagramm: Verbinder 167">
              <a:extLst>
                <a:ext uri="{FF2B5EF4-FFF2-40B4-BE49-F238E27FC236}">
                  <a16:creationId xmlns:a16="http://schemas.microsoft.com/office/drawing/2014/main" id="{B4A9CF5E-2493-A1B5-6857-E75BA97515BB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2</a:t>
              </a:r>
              <a:endParaRPr lang="en-US" sz="1200" dirty="0"/>
            </a:p>
          </p:txBody>
        </p:sp>
      </p:grpSp>
      <p:grpSp>
        <p:nvGrpSpPr>
          <p:cNvPr id="175" name="Gruppieren 174">
            <a:extLst>
              <a:ext uri="{FF2B5EF4-FFF2-40B4-BE49-F238E27FC236}">
                <a16:creationId xmlns:a16="http://schemas.microsoft.com/office/drawing/2014/main" id="{8088CC4A-AB82-89E1-8AED-7C735FE6CA10}"/>
              </a:ext>
            </a:extLst>
          </p:cNvPr>
          <p:cNvGrpSpPr/>
          <p:nvPr/>
        </p:nvGrpSpPr>
        <p:grpSpPr>
          <a:xfrm>
            <a:off x="6155384" y="3687569"/>
            <a:ext cx="284956" cy="180000"/>
            <a:chOff x="1422400" y="2968374"/>
            <a:chExt cx="284956" cy="180000"/>
          </a:xfrm>
        </p:grpSpPr>
        <p:sp>
          <p:nvSpPr>
            <p:cNvPr id="176" name="Pfeil: nach rechts 175">
              <a:extLst>
                <a:ext uri="{FF2B5EF4-FFF2-40B4-BE49-F238E27FC236}">
                  <a16:creationId xmlns:a16="http://schemas.microsoft.com/office/drawing/2014/main" id="{A5C3D9FC-E173-C08A-2A17-C9BB1455975C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77" name="Flussdiagramm: Verbinder 176">
              <a:extLst>
                <a:ext uri="{FF2B5EF4-FFF2-40B4-BE49-F238E27FC236}">
                  <a16:creationId xmlns:a16="http://schemas.microsoft.com/office/drawing/2014/main" id="{8FE29882-8164-3135-C156-309FE1FEF82E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1</a:t>
              </a:r>
              <a:endParaRPr lang="en-US" sz="1200" dirty="0"/>
            </a:p>
          </p:txBody>
        </p:sp>
      </p:grp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BB8261B9-FE7B-552C-621A-E190B88A6DBD}"/>
              </a:ext>
            </a:extLst>
          </p:cNvPr>
          <p:cNvGrpSpPr/>
          <p:nvPr/>
        </p:nvGrpSpPr>
        <p:grpSpPr>
          <a:xfrm>
            <a:off x="6155384" y="4407569"/>
            <a:ext cx="284956" cy="180000"/>
            <a:chOff x="1422400" y="2968374"/>
            <a:chExt cx="284956" cy="180000"/>
          </a:xfrm>
        </p:grpSpPr>
        <p:sp>
          <p:nvSpPr>
            <p:cNvPr id="179" name="Pfeil: nach rechts 178">
              <a:extLst>
                <a:ext uri="{FF2B5EF4-FFF2-40B4-BE49-F238E27FC236}">
                  <a16:creationId xmlns:a16="http://schemas.microsoft.com/office/drawing/2014/main" id="{00B94711-9B48-8D7F-748C-36907C10D164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80" name="Flussdiagramm: Verbinder 179">
              <a:extLst>
                <a:ext uri="{FF2B5EF4-FFF2-40B4-BE49-F238E27FC236}">
                  <a16:creationId xmlns:a16="http://schemas.microsoft.com/office/drawing/2014/main" id="{6EEBCF8A-1A70-2CF8-23FA-E30704BBC209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2</a:t>
              </a:r>
              <a:endParaRPr lang="en-US" sz="1200" dirty="0"/>
            </a:p>
          </p:txBody>
        </p:sp>
      </p:grpSp>
      <p:grpSp>
        <p:nvGrpSpPr>
          <p:cNvPr id="181" name="Gruppieren 180">
            <a:extLst>
              <a:ext uri="{FF2B5EF4-FFF2-40B4-BE49-F238E27FC236}">
                <a16:creationId xmlns:a16="http://schemas.microsoft.com/office/drawing/2014/main" id="{61143D4E-CC74-522D-36DD-C374EF022E21}"/>
              </a:ext>
            </a:extLst>
          </p:cNvPr>
          <p:cNvGrpSpPr/>
          <p:nvPr/>
        </p:nvGrpSpPr>
        <p:grpSpPr>
          <a:xfrm>
            <a:off x="7730107" y="3687569"/>
            <a:ext cx="284956" cy="180000"/>
            <a:chOff x="1422400" y="2968374"/>
            <a:chExt cx="284956" cy="180000"/>
          </a:xfrm>
        </p:grpSpPr>
        <p:sp>
          <p:nvSpPr>
            <p:cNvPr id="182" name="Pfeil: nach rechts 181">
              <a:extLst>
                <a:ext uri="{FF2B5EF4-FFF2-40B4-BE49-F238E27FC236}">
                  <a16:creationId xmlns:a16="http://schemas.microsoft.com/office/drawing/2014/main" id="{57745B7E-616D-2B2C-66ED-3E485942CAB6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83" name="Flussdiagramm: Verbinder 182">
              <a:extLst>
                <a:ext uri="{FF2B5EF4-FFF2-40B4-BE49-F238E27FC236}">
                  <a16:creationId xmlns:a16="http://schemas.microsoft.com/office/drawing/2014/main" id="{87BC832E-D9AB-2670-AD7E-BF38A47DF34D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1</a:t>
              </a:r>
              <a:endParaRPr lang="en-US" sz="1200" dirty="0"/>
            </a:p>
          </p:txBody>
        </p:sp>
      </p:grpSp>
      <p:grpSp>
        <p:nvGrpSpPr>
          <p:cNvPr id="184" name="Gruppieren 183">
            <a:extLst>
              <a:ext uri="{FF2B5EF4-FFF2-40B4-BE49-F238E27FC236}">
                <a16:creationId xmlns:a16="http://schemas.microsoft.com/office/drawing/2014/main" id="{4027618B-DEEB-D9FF-6BC0-239F6D69E99C}"/>
              </a:ext>
            </a:extLst>
          </p:cNvPr>
          <p:cNvGrpSpPr/>
          <p:nvPr/>
        </p:nvGrpSpPr>
        <p:grpSpPr>
          <a:xfrm>
            <a:off x="7730107" y="4407569"/>
            <a:ext cx="284956" cy="180000"/>
            <a:chOff x="1422400" y="2968374"/>
            <a:chExt cx="284956" cy="180000"/>
          </a:xfrm>
        </p:grpSpPr>
        <p:sp>
          <p:nvSpPr>
            <p:cNvPr id="185" name="Pfeil: nach rechts 184">
              <a:extLst>
                <a:ext uri="{FF2B5EF4-FFF2-40B4-BE49-F238E27FC236}">
                  <a16:creationId xmlns:a16="http://schemas.microsoft.com/office/drawing/2014/main" id="{217B42B0-9748-D029-5DD5-EC12BB015D36}"/>
                </a:ext>
              </a:extLst>
            </p:cNvPr>
            <p:cNvSpPr/>
            <p:nvPr/>
          </p:nvSpPr>
          <p:spPr>
            <a:xfrm>
              <a:off x="1597638" y="300437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86" name="Flussdiagramm: Verbinder 185">
              <a:extLst>
                <a:ext uri="{FF2B5EF4-FFF2-40B4-BE49-F238E27FC236}">
                  <a16:creationId xmlns:a16="http://schemas.microsoft.com/office/drawing/2014/main" id="{F6A91E96-6649-DD71-438D-1A2AE8F505AC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2</a:t>
              </a:r>
              <a:endParaRPr lang="en-US" sz="1200" dirty="0"/>
            </a:p>
          </p:txBody>
        </p:sp>
      </p:grpSp>
      <p:grpSp>
        <p:nvGrpSpPr>
          <p:cNvPr id="215" name="Gruppieren 214">
            <a:extLst>
              <a:ext uri="{FF2B5EF4-FFF2-40B4-BE49-F238E27FC236}">
                <a16:creationId xmlns:a16="http://schemas.microsoft.com/office/drawing/2014/main" id="{EAC717E5-8A37-DA64-88BD-FA6A31C9585A}"/>
              </a:ext>
            </a:extLst>
          </p:cNvPr>
          <p:cNvGrpSpPr/>
          <p:nvPr/>
        </p:nvGrpSpPr>
        <p:grpSpPr>
          <a:xfrm>
            <a:off x="9290993" y="3863118"/>
            <a:ext cx="272658" cy="201570"/>
            <a:chOff x="1422400" y="2968374"/>
            <a:chExt cx="272658" cy="201570"/>
          </a:xfrm>
        </p:grpSpPr>
        <p:sp>
          <p:nvSpPr>
            <p:cNvPr id="216" name="Pfeil: nach rechts 215">
              <a:extLst>
                <a:ext uri="{FF2B5EF4-FFF2-40B4-BE49-F238E27FC236}">
                  <a16:creationId xmlns:a16="http://schemas.microsoft.com/office/drawing/2014/main" id="{C40BFCB8-8CC0-5286-7897-91CF2D5B4D42}"/>
                </a:ext>
              </a:extLst>
            </p:cNvPr>
            <p:cNvSpPr/>
            <p:nvPr/>
          </p:nvSpPr>
          <p:spPr>
            <a:xfrm rot="1516387">
              <a:off x="1585340" y="3061944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17" name="Flussdiagramm: Verbinder 216">
              <a:extLst>
                <a:ext uri="{FF2B5EF4-FFF2-40B4-BE49-F238E27FC236}">
                  <a16:creationId xmlns:a16="http://schemas.microsoft.com/office/drawing/2014/main" id="{6EDD4FFB-D336-9BE0-DDF7-2317A360D3FE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0</a:t>
              </a:r>
              <a:endParaRPr lang="en-US" sz="1200" dirty="0"/>
            </a:p>
          </p:txBody>
        </p:sp>
      </p:grpSp>
      <p:grpSp>
        <p:nvGrpSpPr>
          <p:cNvPr id="218" name="Gruppieren 217">
            <a:extLst>
              <a:ext uri="{FF2B5EF4-FFF2-40B4-BE49-F238E27FC236}">
                <a16:creationId xmlns:a16="http://schemas.microsoft.com/office/drawing/2014/main" id="{931C67DE-B2DF-DC6C-FF77-BF5EC580A99C}"/>
              </a:ext>
            </a:extLst>
          </p:cNvPr>
          <p:cNvGrpSpPr/>
          <p:nvPr/>
        </p:nvGrpSpPr>
        <p:grpSpPr>
          <a:xfrm>
            <a:off x="8945643" y="4532638"/>
            <a:ext cx="275584" cy="200889"/>
            <a:chOff x="1422400" y="2968374"/>
            <a:chExt cx="275584" cy="200889"/>
          </a:xfrm>
        </p:grpSpPr>
        <p:sp>
          <p:nvSpPr>
            <p:cNvPr id="219" name="Pfeil: nach rechts 218">
              <a:extLst>
                <a:ext uri="{FF2B5EF4-FFF2-40B4-BE49-F238E27FC236}">
                  <a16:creationId xmlns:a16="http://schemas.microsoft.com/office/drawing/2014/main" id="{9E65ED48-8E80-01FC-3038-DD910D501733}"/>
                </a:ext>
              </a:extLst>
            </p:cNvPr>
            <p:cNvSpPr/>
            <p:nvPr/>
          </p:nvSpPr>
          <p:spPr>
            <a:xfrm rot="1497010">
              <a:off x="1588266" y="3061263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20" name="Flussdiagramm: Verbinder 219">
              <a:extLst>
                <a:ext uri="{FF2B5EF4-FFF2-40B4-BE49-F238E27FC236}">
                  <a16:creationId xmlns:a16="http://schemas.microsoft.com/office/drawing/2014/main" id="{D3F03348-D0C6-4A1A-0BD0-0CDEAEC13A01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1</a:t>
              </a:r>
              <a:endParaRPr lang="en-US" sz="1200" dirty="0"/>
            </a:p>
          </p:txBody>
        </p:sp>
      </p:grpSp>
      <p:grpSp>
        <p:nvGrpSpPr>
          <p:cNvPr id="232" name="Gruppieren 231">
            <a:extLst>
              <a:ext uri="{FF2B5EF4-FFF2-40B4-BE49-F238E27FC236}">
                <a16:creationId xmlns:a16="http://schemas.microsoft.com/office/drawing/2014/main" id="{05F18F6E-E02B-42A0-13CB-2261718300CE}"/>
              </a:ext>
            </a:extLst>
          </p:cNvPr>
          <p:cNvGrpSpPr/>
          <p:nvPr/>
        </p:nvGrpSpPr>
        <p:grpSpPr>
          <a:xfrm>
            <a:off x="10675212" y="4719495"/>
            <a:ext cx="230355" cy="251513"/>
            <a:chOff x="1422400" y="2968374"/>
            <a:chExt cx="230355" cy="251513"/>
          </a:xfrm>
        </p:grpSpPr>
        <p:sp>
          <p:nvSpPr>
            <p:cNvPr id="233" name="Pfeil: nach rechts 232">
              <a:extLst>
                <a:ext uri="{FF2B5EF4-FFF2-40B4-BE49-F238E27FC236}">
                  <a16:creationId xmlns:a16="http://schemas.microsoft.com/office/drawing/2014/main" id="{5FD155C7-2391-858D-0195-D6B930EA81A5}"/>
                </a:ext>
              </a:extLst>
            </p:cNvPr>
            <p:cNvSpPr/>
            <p:nvPr/>
          </p:nvSpPr>
          <p:spPr>
            <a:xfrm rot="3103130">
              <a:off x="1543896" y="3111028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34" name="Flussdiagramm: Verbinder 233">
              <a:extLst>
                <a:ext uri="{FF2B5EF4-FFF2-40B4-BE49-F238E27FC236}">
                  <a16:creationId xmlns:a16="http://schemas.microsoft.com/office/drawing/2014/main" id="{2A6B7D0C-6F2E-093A-CFF9-7454BEDEED3A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0</a:t>
              </a:r>
              <a:endParaRPr lang="en-US" sz="1200" dirty="0"/>
            </a:p>
          </p:txBody>
        </p:sp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AD1E7419-3E5B-324A-E117-5569DBA2DF58}"/>
              </a:ext>
            </a:extLst>
          </p:cNvPr>
          <p:cNvGrpSpPr/>
          <p:nvPr/>
        </p:nvGrpSpPr>
        <p:grpSpPr>
          <a:xfrm>
            <a:off x="10090524" y="5141688"/>
            <a:ext cx="231860" cy="254136"/>
            <a:chOff x="1422400" y="2968374"/>
            <a:chExt cx="231860" cy="254136"/>
          </a:xfrm>
        </p:grpSpPr>
        <p:sp>
          <p:nvSpPr>
            <p:cNvPr id="236" name="Pfeil: nach rechts 235">
              <a:extLst>
                <a:ext uri="{FF2B5EF4-FFF2-40B4-BE49-F238E27FC236}">
                  <a16:creationId xmlns:a16="http://schemas.microsoft.com/office/drawing/2014/main" id="{5D1A6110-B959-D7F3-237F-F7C9B3A76FF7}"/>
                </a:ext>
              </a:extLst>
            </p:cNvPr>
            <p:cNvSpPr/>
            <p:nvPr/>
          </p:nvSpPr>
          <p:spPr>
            <a:xfrm rot="3097796">
              <a:off x="1545401" y="3113651"/>
              <a:ext cx="109718" cy="108000"/>
            </a:xfrm>
            <a:prstGeom prst="rightArrow">
              <a:avLst>
                <a:gd name="adj1" fmla="val 32361"/>
                <a:gd name="adj2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237" name="Flussdiagramm: Verbinder 236">
              <a:extLst>
                <a:ext uri="{FF2B5EF4-FFF2-40B4-BE49-F238E27FC236}">
                  <a16:creationId xmlns:a16="http://schemas.microsoft.com/office/drawing/2014/main" id="{FF806C0F-BFC6-B076-5348-B2E916FDE3DC}"/>
                </a:ext>
              </a:extLst>
            </p:cNvPr>
            <p:cNvSpPr/>
            <p:nvPr/>
          </p:nvSpPr>
          <p:spPr>
            <a:xfrm>
              <a:off x="1422400" y="2968374"/>
              <a:ext cx="180000" cy="180000"/>
            </a:xfrm>
            <a:prstGeom prst="flowChart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/>
                <a:t>1</a:t>
              </a:r>
              <a:endParaRPr lang="en-US" sz="1200" dirty="0"/>
            </a:p>
          </p:txBody>
        </p:sp>
      </p:grpSp>
      <p:grpSp>
        <p:nvGrpSpPr>
          <p:cNvPr id="261" name="Gruppieren 260">
            <a:extLst>
              <a:ext uri="{FF2B5EF4-FFF2-40B4-BE49-F238E27FC236}">
                <a16:creationId xmlns:a16="http://schemas.microsoft.com/office/drawing/2014/main" id="{EF813B15-B040-9DF2-89BC-B559757DF3DE}"/>
              </a:ext>
            </a:extLst>
          </p:cNvPr>
          <p:cNvGrpSpPr/>
          <p:nvPr/>
        </p:nvGrpSpPr>
        <p:grpSpPr>
          <a:xfrm>
            <a:off x="2477880" y="5397089"/>
            <a:ext cx="2210047" cy="835401"/>
            <a:chOff x="276502" y="5581704"/>
            <a:chExt cx="2210047" cy="835401"/>
          </a:xfrm>
        </p:grpSpPr>
        <p:sp>
          <p:nvSpPr>
            <p:cNvPr id="262" name="Rechteck 261">
              <a:extLst>
                <a:ext uri="{FF2B5EF4-FFF2-40B4-BE49-F238E27FC236}">
                  <a16:creationId xmlns:a16="http://schemas.microsoft.com/office/drawing/2014/main" id="{BB682C79-D4E6-0DD1-D9BA-9875B95FF868}"/>
                </a:ext>
              </a:extLst>
            </p:cNvPr>
            <p:cNvSpPr/>
            <p:nvPr/>
          </p:nvSpPr>
          <p:spPr>
            <a:xfrm>
              <a:off x="276502" y="5721215"/>
              <a:ext cx="2210047" cy="6958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050" i="1" dirty="0" err="1">
                  <a:solidFill>
                    <a:schemeClr val="tx1"/>
                  </a:solidFill>
                </a:rPr>
                <a:t>suggested_lane_idx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0</a:t>
              </a:r>
            </a:p>
            <a:p>
              <a:r>
                <a:rPr lang="en-US" sz="1050" i="1" dirty="0" err="1">
                  <a:solidFill>
                    <a:schemeClr val="tx1"/>
                  </a:solidFill>
                </a:rPr>
                <a:t>will_change_suggested_lane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true</a:t>
              </a:r>
            </a:p>
            <a:p>
              <a:r>
                <a:rPr lang="en-US" sz="1050" i="1" dirty="0">
                  <a:solidFill>
                    <a:schemeClr val="tx1"/>
                  </a:solidFill>
                </a:rPr>
                <a:t>s = </a:t>
              </a:r>
              <a:r>
                <a:rPr lang="en-US" sz="1050" b="1" i="1" dirty="0">
                  <a:solidFill>
                    <a:schemeClr val="tx1"/>
                  </a:solidFill>
                </a:rPr>
                <a:t>s</a:t>
              </a:r>
              <a:r>
                <a:rPr lang="en-US" sz="1050" b="1" i="1" baseline="-25000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263" name="Textfeld 262">
              <a:extLst>
                <a:ext uri="{FF2B5EF4-FFF2-40B4-BE49-F238E27FC236}">
                  <a16:creationId xmlns:a16="http://schemas.microsoft.com/office/drawing/2014/main" id="{3032C3F4-887B-AF64-CF55-D915A789C5E3}"/>
                </a:ext>
              </a:extLst>
            </p:cNvPr>
            <p:cNvSpPr txBox="1"/>
            <p:nvPr/>
          </p:nvSpPr>
          <p:spPr>
            <a:xfrm>
              <a:off x="276502" y="5581704"/>
              <a:ext cx="1296381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b="1" dirty="0" err="1"/>
                <a:t>RouteElement</a:t>
              </a:r>
              <a:r>
                <a:rPr lang="en-US" sz="1200" b="1" dirty="0"/>
                <a:t> </a:t>
              </a:r>
              <a:r>
                <a:rPr lang="en-US" sz="1200" b="1" i="1" dirty="0"/>
                <a:t>k</a:t>
              </a:r>
            </a:p>
          </p:txBody>
        </p:sp>
      </p:grpSp>
      <p:sp>
        <p:nvSpPr>
          <p:cNvPr id="264" name="Eckige Klammer links 263">
            <a:extLst>
              <a:ext uri="{FF2B5EF4-FFF2-40B4-BE49-F238E27FC236}">
                <a16:creationId xmlns:a16="http://schemas.microsoft.com/office/drawing/2014/main" id="{5C282C63-C8E0-5611-B81E-D108D5A322A5}"/>
              </a:ext>
            </a:extLst>
          </p:cNvPr>
          <p:cNvSpPr/>
          <p:nvPr/>
        </p:nvSpPr>
        <p:spPr>
          <a:xfrm rot="16200000">
            <a:off x="4606457" y="4784950"/>
            <a:ext cx="128407" cy="429673"/>
          </a:xfrm>
          <a:prstGeom prst="leftBracket">
            <a:avLst>
              <a:gd name="adj" fmla="val 10409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FB954155-6756-CF12-695F-669EDA6BF0D8}"/>
              </a:ext>
            </a:extLst>
          </p:cNvPr>
          <p:cNvCxnSpPr>
            <a:cxnSpLocks/>
            <a:stCxn id="264" idx="1"/>
            <a:endCxn id="263" idx="0"/>
          </p:cNvCxnSpPr>
          <p:nvPr/>
        </p:nvCxnSpPr>
        <p:spPr>
          <a:xfrm rot="5400000">
            <a:off x="3731817" y="4458244"/>
            <a:ext cx="333099" cy="15445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6" name="Gruppieren 265">
            <a:extLst>
              <a:ext uri="{FF2B5EF4-FFF2-40B4-BE49-F238E27FC236}">
                <a16:creationId xmlns:a16="http://schemas.microsoft.com/office/drawing/2014/main" id="{F42D28B8-E50C-F101-3E71-50F058E37B11}"/>
              </a:ext>
            </a:extLst>
          </p:cNvPr>
          <p:cNvGrpSpPr/>
          <p:nvPr/>
        </p:nvGrpSpPr>
        <p:grpSpPr>
          <a:xfrm>
            <a:off x="627844" y="5397089"/>
            <a:ext cx="1743169" cy="678854"/>
            <a:chOff x="-7764285" y="8947504"/>
            <a:chExt cx="1743169" cy="678854"/>
          </a:xfrm>
        </p:grpSpPr>
        <p:sp>
          <p:nvSpPr>
            <p:cNvPr id="267" name="Rechteck 266">
              <a:extLst>
                <a:ext uri="{FF2B5EF4-FFF2-40B4-BE49-F238E27FC236}">
                  <a16:creationId xmlns:a16="http://schemas.microsoft.com/office/drawing/2014/main" id="{1D6DC955-45EC-57BE-722E-2D47D90E66DB}"/>
                </a:ext>
              </a:extLst>
            </p:cNvPr>
            <p:cNvSpPr/>
            <p:nvPr/>
          </p:nvSpPr>
          <p:spPr>
            <a:xfrm>
              <a:off x="-7764284" y="9087016"/>
              <a:ext cx="1743168" cy="5393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050" i="1" dirty="0" err="1">
                  <a:solidFill>
                    <a:schemeClr val="tx1"/>
                  </a:solidFill>
                </a:rPr>
                <a:t>has_left_boundary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false</a:t>
              </a:r>
            </a:p>
            <a:p>
              <a:r>
                <a:rPr lang="en-US" sz="1050" i="1" dirty="0" err="1">
                  <a:solidFill>
                    <a:schemeClr val="tx1"/>
                  </a:solidFill>
                </a:rPr>
                <a:t>has_right_boundary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false</a:t>
              </a:r>
            </a:p>
          </p:txBody>
        </p:sp>
        <p:sp>
          <p:nvSpPr>
            <p:cNvPr id="268" name="Textfeld 267">
              <a:extLst>
                <a:ext uri="{FF2B5EF4-FFF2-40B4-BE49-F238E27FC236}">
                  <a16:creationId xmlns:a16="http://schemas.microsoft.com/office/drawing/2014/main" id="{494F51F4-6EDE-B3A2-DAF8-D1DA343042B3}"/>
                </a:ext>
              </a:extLst>
            </p:cNvPr>
            <p:cNvSpPr txBox="1"/>
            <p:nvPr/>
          </p:nvSpPr>
          <p:spPr>
            <a:xfrm>
              <a:off x="-7764285" y="8947504"/>
              <a:ext cx="1222835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b="1" dirty="0" err="1"/>
                <a:t>LaneElement</a:t>
              </a:r>
              <a:r>
                <a:rPr lang="en-US" sz="1200" b="1" dirty="0"/>
                <a:t> </a:t>
              </a:r>
              <a:r>
                <a:rPr lang="en-US" sz="1200" b="1" i="1" dirty="0"/>
                <a:t>0</a:t>
              </a:r>
            </a:p>
          </p:txBody>
        </p:sp>
      </p:grpSp>
      <p:sp>
        <p:nvSpPr>
          <p:cNvPr id="269" name="Teilkreis 268">
            <a:extLst>
              <a:ext uri="{FF2B5EF4-FFF2-40B4-BE49-F238E27FC236}">
                <a16:creationId xmlns:a16="http://schemas.microsoft.com/office/drawing/2014/main" id="{70CD9888-1130-2254-1DC2-BE98BE9C9008}"/>
              </a:ext>
            </a:extLst>
          </p:cNvPr>
          <p:cNvSpPr/>
          <p:nvPr/>
        </p:nvSpPr>
        <p:spPr>
          <a:xfrm>
            <a:off x="4580660" y="3327569"/>
            <a:ext cx="180000" cy="180000"/>
          </a:xfrm>
          <a:prstGeom prst="pie">
            <a:avLst>
              <a:gd name="adj1" fmla="val 0"/>
              <a:gd name="adj2" fmla="val 1079654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71" name="Verbinder: gekrümmt 270">
            <a:extLst>
              <a:ext uri="{FF2B5EF4-FFF2-40B4-BE49-F238E27FC236}">
                <a16:creationId xmlns:a16="http://schemas.microsoft.com/office/drawing/2014/main" id="{61D683B7-75C9-5CA2-7F2F-A053E22A98D0}"/>
              </a:ext>
            </a:extLst>
          </p:cNvPr>
          <p:cNvCxnSpPr>
            <a:cxnSpLocks/>
            <a:stCxn id="276" idx="1"/>
            <a:endCxn id="268" idx="0"/>
          </p:cNvCxnSpPr>
          <p:nvPr/>
        </p:nvCxnSpPr>
        <p:spPr>
          <a:xfrm rot="10800000" flipV="1">
            <a:off x="1239262" y="3056089"/>
            <a:ext cx="131228" cy="2341000"/>
          </a:xfrm>
          <a:prstGeom prst="curved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unde Klammer links/rechts 275">
            <a:extLst>
              <a:ext uri="{FF2B5EF4-FFF2-40B4-BE49-F238E27FC236}">
                <a16:creationId xmlns:a16="http://schemas.microsoft.com/office/drawing/2014/main" id="{DD162E23-B303-7F3F-1699-88529A5A1971}"/>
              </a:ext>
            </a:extLst>
          </p:cNvPr>
          <p:cNvSpPr/>
          <p:nvPr/>
        </p:nvSpPr>
        <p:spPr>
          <a:xfrm>
            <a:off x="1370490" y="2703328"/>
            <a:ext cx="406400" cy="705522"/>
          </a:xfrm>
          <a:prstGeom prst="bracketPair">
            <a:avLst>
              <a:gd name="adj" fmla="val 16667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5" name="Gruppieren 304">
            <a:extLst>
              <a:ext uri="{FF2B5EF4-FFF2-40B4-BE49-F238E27FC236}">
                <a16:creationId xmlns:a16="http://schemas.microsoft.com/office/drawing/2014/main" id="{C506F0C7-2921-6F66-3FCC-0F3CFAEA3198}"/>
              </a:ext>
            </a:extLst>
          </p:cNvPr>
          <p:cNvGrpSpPr/>
          <p:nvPr/>
        </p:nvGrpSpPr>
        <p:grpSpPr>
          <a:xfrm>
            <a:off x="6582883" y="5348099"/>
            <a:ext cx="1828019" cy="529786"/>
            <a:chOff x="-7764285" y="8947504"/>
            <a:chExt cx="1828019" cy="529786"/>
          </a:xfrm>
        </p:grpSpPr>
        <p:sp>
          <p:nvSpPr>
            <p:cNvPr id="306" name="Rechteck 305">
              <a:extLst>
                <a:ext uri="{FF2B5EF4-FFF2-40B4-BE49-F238E27FC236}">
                  <a16:creationId xmlns:a16="http://schemas.microsoft.com/office/drawing/2014/main" id="{CD66DF30-90EC-8041-7B17-304F9574D6A8}"/>
                </a:ext>
              </a:extLst>
            </p:cNvPr>
            <p:cNvSpPr/>
            <p:nvPr/>
          </p:nvSpPr>
          <p:spPr>
            <a:xfrm>
              <a:off x="-7764284" y="9087015"/>
              <a:ext cx="1828018" cy="390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050" i="1" dirty="0" err="1">
                  <a:solidFill>
                    <a:schemeClr val="tx1"/>
                  </a:solidFill>
                </a:rPr>
                <a:t>regulatory_elment_idcs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[0]</a:t>
              </a:r>
            </a:p>
          </p:txBody>
        </p:sp>
        <p:sp>
          <p:nvSpPr>
            <p:cNvPr id="307" name="Textfeld 306">
              <a:extLst>
                <a:ext uri="{FF2B5EF4-FFF2-40B4-BE49-F238E27FC236}">
                  <a16:creationId xmlns:a16="http://schemas.microsoft.com/office/drawing/2014/main" id="{050B89B3-6424-DDAD-21D9-46B05A1C9E1A}"/>
                </a:ext>
              </a:extLst>
            </p:cNvPr>
            <p:cNvSpPr txBox="1"/>
            <p:nvPr/>
          </p:nvSpPr>
          <p:spPr>
            <a:xfrm>
              <a:off x="-7764285" y="8947504"/>
              <a:ext cx="1382480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b="1" dirty="0" err="1"/>
                <a:t>LaneElement</a:t>
              </a:r>
              <a:r>
                <a:rPr lang="en-US" sz="1200" b="1" dirty="0"/>
                <a:t> </a:t>
              </a:r>
              <a:r>
                <a:rPr lang="en-US" sz="1200" b="1" i="1" dirty="0"/>
                <a:t>2</a:t>
              </a:r>
            </a:p>
          </p:txBody>
        </p:sp>
      </p:grpSp>
      <p:grpSp>
        <p:nvGrpSpPr>
          <p:cNvPr id="284" name="Gruppieren 283">
            <a:extLst>
              <a:ext uri="{FF2B5EF4-FFF2-40B4-BE49-F238E27FC236}">
                <a16:creationId xmlns:a16="http://schemas.microsoft.com/office/drawing/2014/main" id="{4F9DE7BD-EEA6-DDCE-27C1-AD140B5C1148}"/>
              </a:ext>
            </a:extLst>
          </p:cNvPr>
          <p:cNvGrpSpPr/>
          <p:nvPr/>
        </p:nvGrpSpPr>
        <p:grpSpPr>
          <a:xfrm>
            <a:off x="8477918" y="5397089"/>
            <a:ext cx="1439210" cy="525080"/>
            <a:chOff x="-7764285" y="8947504"/>
            <a:chExt cx="1439210" cy="525080"/>
          </a:xfrm>
        </p:grpSpPr>
        <p:sp>
          <p:nvSpPr>
            <p:cNvPr id="285" name="Rechteck 284">
              <a:extLst>
                <a:ext uri="{FF2B5EF4-FFF2-40B4-BE49-F238E27FC236}">
                  <a16:creationId xmlns:a16="http://schemas.microsoft.com/office/drawing/2014/main" id="{E4574D86-B2C7-41D4-5C0F-7B8B0C9A7577}"/>
                </a:ext>
              </a:extLst>
            </p:cNvPr>
            <p:cNvSpPr/>
            <p:nvPr/>
          </p:nvSpPr>
          <p:spPr>
            <a:xfrm>
              <a:off x="-7764284" y="9087016"/>
              <a:ext cx="1439209" cy="38556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050" i="1" dirty="0" err="1">
                  <a:solidFill>
                    <a:schemeClr val="tx1"/>
                  </a:solidFill>
                </a:rPr>
                <a:t>following_lane_idx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86" name="Textfeld 285">
              <a:extLst>
                <a:ext uri="{FF2B5EF4-FFF2-40B4-BE49-F238E27FC236}">
                  <a16:creationId xmlns:a16="http://schemas.microsoft.com/office/drawing/2014/main" id="{371A67A3-2AB5-9ADD-7F86-399DA15A4D7A}"/>
                </a:ext>
              </a:extLst>
            </p:cNvPr>
            <p:cNvSpPr txBox="1"/>
            <p:nvPr/>
          </p:nvSpPr>
          <p:spPr>
            <a:xfrm>
              <a:off x="-7764285" y="8947504"/>
              <a:ext cx="1222835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b="1" dirty="0" err="1"/>
                <a:t>LaneElement</a:t>
              </a:r>
              <a:r>
                <a:rPr lang="en-US" sz="1200" b="1" dirty="0"/>
                <a:t> </a:t>
              </a:r>
              <a:r>
                <a:rPr lang="en-US" sz="1200" b="1" i="1" dirty="0"/>
                <a:t>1</a:t>
              </a:r>
            </a:p>
          </p:txBody>
        </p:sp>
      </p:grp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965E04B3-5617-A01C-7EAD-1BC42B175355}"/>
              </a:ext>
            </a:extLst>
          </p:cNvPr>
          <p:cNvGrpSpPr/>
          <p:nvPr/>
        </p:nvGrpSpPr>
        <p:grpSpPr>
          <a:xfrm>
            <a:off x="6543032" y="5392383"/>
            <a:ext cx="1828019" cy="529786"/>
            <a:chOff x="-7764285" y="8947504"/>
            <a:chExt cx="1828019" cy="529786"/>
          </a:xfrm>
        </p:grpSpPr>
        <p:sp>
          <p:nvSpPr>
            <p:cNvPr id="288" name="Rechteck 287">
              <a:extLst>
                <a:ext uri="{FF2B5EF4-FFF2-40B4-BE49-F238E27FC236}">
                  <a16:creationId xmlns:a16="http://schemas.microsoft.com/office/drawing/2014/main" id="{67CA7F5F-4403-A292-144B-409E52F6D316}"/>
                </a:ext>
              </a:extLst>
            </p:cNvPr>
            <p:cNvSpPr/>
            <p:nvPr/>
          </p:nvSpPr>
          <p:spPr>
            <a:xfrm>
              <a:off x="-7764284" y="9087015"/>
              <a:ext cx="1828018" cy="390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050" i="1" dirty="0" err="1">
                  <a:solidFill>
                    <a:schemeClr val="tx1"/>
                  </a:solidFill>
                </a:rPr>
                <a:t>regulatory_elment_idcs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[0]</a:t>
              </a:r>
            </a:p>
          </p:txBody>
        </p:sp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9ECCC42B-B3F1-CDF7-6E31-C1AB723F7A49}"/>
                </a:ext>
              </a:extLst>
            </p:cNvPr>
            <p:cNvSpPr txBox="1"/>
            <p:nvPr/>
          </p:nvSpPr>
          <p:spPr>
            <a:xfrm>
              <a:off x="-7764285" y="8947504"/>
              <a:ext cx="1222835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b="1" dirty="0" err="1"/>
                <a:t>LaneElement</a:t>
              </a:r>
              <a:r>
                <a:rPr lang="en-US" sz="1200" b="1" dirty="0"/>
                <a:t> </a:t>
              </a:r>
              <a:r>
                <a:rPr lang="en-US" sz="1200" b="1" i="1" dirty="0"/>
                <a:t>1</a:t>
              </a:r>
            </a:p>
          </p:txBody>
        </p:sp>
      </p:grpSp>
      <p:grpSp>
        <p:nvGrpSpPr>
          <p:cNvPr id="290" name="Gruppieren 289">
            <a:extLst>
              <a:ext uri="{FF2B5EF4-FFF2-40B4-BE49-F238E27FC236}">
                <a16:creationId xmlns:a16="http://schemas.microsoft.com/office/drawing/2014/main" id="{74FDD11B-7392-00EC-40A1-F41BD923D459}"/>
              </a:ext>
            </a:extLst>
          </p:cNvPr>
          <p:cNvGrpSpPr/>
          <p:nvPr/>
        </p:nvGrpSpPr>
        <p:grpSpPr>
          <a:xfrm>
            <a:off x="4794794" y="5397089"/>
            <a:ext cx="1641371" cy="829368"/>
            <a:chOff x="276502" y="5581704"/>
            <a:chExt cx="1641371" cy="829368"/>
          </a:xfrm>
        </p:grpSpPr>
        <p:sp>
          <p:nvSpPr>
            <p:cNvPr id="291" name="Rechteck 290">
              <a:extLst>
                <a:ext uri="{FF2B5EF4-FFF2-40B4-BE49-F238E27FC236}">
                  <a16:creationId xmlns:a16="http://schemas.microsoft.com/office/drawing/2014/main" id="{82441C7D-0BC4-4149-E0E3-8D2AAC1C736F}"/>
                </a:ext>
              </a:extLst>
            </p:cNvPr>
            <p:cNvSpPr/>
            <p:nvPr/>
          </p:nvSpPr>
          <p:spPr>
            <a:xfrm>
              <a:off x="276502" y="5721214"/>
              <a:ext cx="1641371" cy="6898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050" i="1" dirty="0" err="1">
                  <a:solidFill>
                    <a:schemeClr val="tx1"/>
                  </a:solidFill>
                </a:rPr>
                <a:t>suggested_lane_idx</a:t>
              </a:r>
              <a:r>
                <a:rPr lang="en-US" sz="1050" i="1" dirty="0">
                  <a:solidFill>
                    <a:schemeClr val="tx1"/>
                  </a:solidFill>
                </a:rPr>
                <a:t> </a:t>
              </a:r>
              <a:r>
                <a:rPr lang="en-US" sz="1050" b="1" i="1" dirty="0">
                  <a:solidFill>
                    <a:schemeClr val="tx1"/>
                  </a:solidFill>
                </a:rPr>
                <a:t>= 1</a:t>
              </a:r>
            </a:p>
            <a:p>
              <a:r>
                <a:rPr lang="en-US" sz="1050" i="1" dirty="0" err="1">
                  <a:solidFill>
                    <a:schemeClr val="tx1"/>
                  </a:solidFill>
                </a:rPr>
                <a:t>regulatory_elements</a:t>
              </a:r>
              <a:r>
                <a:rPr lang="en-US" sz="1050" i="1" dirty="0">
                  <a:solidFill>
                    <a:schemeClr val="tx1"/>
                  </a:solidFill>
                </a:rPr>
                <a:t> = </a:t>
              </a:r>
              <a:r>
                <a:rPr lang="en-US" sz="1050" b="1" i="1" dirty="0">
                  <a:solidFill>
                    <a:schemeClr val="tx1"/>
                  </a:solidFill>
                </a:rPr>
                <a:t>[r]</a:t>
              </a:r>
            </a:p>
            <a:p>
              <a:r>
                <a:rPr lang="en-US" sz="1050" i="1" dirty="0">
                  <a:solidFill>
                    <a:schemeClr val="tx1"/>
                  </a:solidFill>
                </a:rPr>
                <a:t>s = </a:t>
              </a:r>
              <a:r>
                <a:rPr lang="en-US" sz="1050" b="1" i="1" dirty="0">
                  <a:solidFill>
                    <a:schemeClr val="tx1"/>
                  </a:solidFill>
                </a:rPr>
                <a:t>s</a:t>
              </a:r>
              <a:r>
                <a:rPr lang="en-US" sz="1050" b="1" i="1" baseline="-25000" dirty="0">
                  <a:solidFill>
                    <a:schemeClr val="tx1"/>
                  </a:solidFill>
                </a:rPr>
                <a:t>k </a:t>
              </a:r>
              <a:r>
                <a:rPr lang="en-US" sz="1050" b="1" i="1" dirty="0">
                  <a:solidFill>
                    <a:schemeClr val="tx1"/>
                  </a:solidFill>
                </a:rPr>
                <a:t>+ </a:t>
              </a:r>
              <a:r>
                <a:rPr lang="de-DE" sz="1050" b="1" i="1" dirty="0">
                  <a:solidFill>
                    <a:schemeClr val="tx1"/>
                  </a:solidFill>
                </a:rPr>
                <a:t>d</a:t>
              </a:r>
              <a:endParaRPr lang="en-US" sz="1050" b="1" i="1" dirty="0">
                <a:solidFill>
                  <a:schemeClr val="tx1"/>
                </a:solidFill>
              </a:endParaRPr>
            </a:p>
          </p:txBody>
        </p:sp>
        <p:sp>
          <p:nvSpPr>
            <p:cNvPr id="292" name="Textfeld 291">
              <a:extLst>
                <a:ext uri="{FF2B5EF4-FFF2-40B4-BE49-F238E27FC236}">
                  <a16:creationId xmlns:a16="http://schemas.microsoft.com/office/drawing/2014/main" id="{ED8B4F4D-E1F3-4473-6953-3DEEE3F2BE77}"/>
                </a:ext>
              </a:extLst>
            </p:cNvPr>
            <p:cNvSpPr txBox="1"/>
            <p:nvPr/>
          </p:nvSpPr>
          <p:spPr>
            <a:xfrm>
              <a:off x="276502" y="5581704"/>
              <a:ext cx="1459887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b="1" dirty="0" err="1"/>
                <a:t>RouteElement</a:t>
              </a:r>
              <a:r>
                <a:rPr lang="en-US" sz="1200" b="1" dirty="0"/>
                <a:t> </a:t>
              </a:r>
              <a:r>
                <a:rPr lang="en-US" sz="1200" b="1" i="1" dirty="0"/>
                <a:t>k+1</a:t>
              </a:r>
            </a:p>
          </p:txBody>
        </p:sp>
      </p:grpSp>
      <p:sp>
        <p:nvSpPr>
          <p:cNvPr id="293" name="Eckige Klammer links 292">
            <a:extLst>
              <a:ext uri="{FF2B5EF4-FFF2-40B4-BE49-F238E27FC236}">
                <a16:creationId xmlns:a16="http://schemas.microsoft.com/office/drawing/2014/main" id="{A0C573B7-F7A5-8881-62E8-85220956036C}"/>
              </a:ext>
            </a:extLst>
          </p:cNvPr>
          <p:cNvSpPr/>
          <p:nvPr/>
        </p:nvSpPr>
        <p:spPr>
          <a:xfrm rot="16200000">
            <a:off x="6181181" y="4784950"/>
            <a:ext cx="128407" cy="429673"/>
          </a:xfrm>
          <a:prstGeom prst="leftBracket">
            <a:avLst>
              <a:gd name="adj" fmla="val 10409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45D32262-0DC7-5766-0891-DED89F8FB03F}"/>
              </a:ext>
            </a:extLst>
          </p:cNvPr>
          <p:cNvCxnSpPr>
            <a:cxnSpLocks/>
            <a:stCxn id="293" idx="1"/>
            <a:endCxn id="292" idx="0"/>
          </p:cNvCxnSpPr>
          <p:nvPr/>
        </p:nvCxnSpPr>
        <p:spPr>
          <a:xfrm rot="5400000">
            <a:off x="5718513" y="4870216"/>
            <a:ext cx="333099" cy="72064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unde Klammer links/rechts 296">
            <a:extLst>
              <a:ext uri="{FF2B5EF4-FFF2-40B4-BE49-F238E27FC236}">
                <a16:creationId xmlns:a16="http://schemas.microsoft.com/office/drawing/2014/main" id="{B6CDDE28-8374-423B-E3DB-7E5D13720566}"/>
              </a:ext>
            </a:extLst>
          </p:cNvPr>
          <p:cNvSpPr/>
          <p:nvPr/>
        </p:nvSpPr>
        <p:spPr>
          <a:xfrm>
            <a:off x="6072871" y="3425209"/>
            <a:ext cx="406400" cy="705522"/>
          </a:xfrm>
          <a:prstGeom prst="bracketPair">
            <a:avLst>
              <a:gd name="adj" fmla="val 16667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8" name="Verbinder: gekrümmt 297">
            <a:extLst>
              <a:ext uri="{FF2B5EF4-FFF2-40B4-BE49-F238E27FC236}">
                <a16:creationId xmlns:a16="http://schemas.microsoft.com/office/drawing/2014/main" id="{8555B966-23A6-E407-7E51-BDCDA3FB6462}"/>
              </a:ext>
            </a:extLst>
          </p:cNvPr>
          <p:cNvCxnSpPr>
            <a:cxnSpLocks/>
            <a:stCxn id="297" idx="3"/>
            <a:endCxn id="307" idx="0"/>
          </p:cNvCxnSpPr>
          <p:nvPr/>
        </p:nvCxnSpPr>
        <p:spPr>
          <a:xfrm>
            <a:off x="6479271" y="3777970"/>
            <a:ext cx="794852" cy="1570129"/>
          </a:xfrm>
          <a:prstGeom prst="curved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unde Klammer links/rechts 298">
            <a:extLst>
              <a:ext uri="{FF2B5EF4-FFF2-40B4-BE49-F238E27FC236}">
                <a16:creationId xmlns:a16="http://schemas.microsoft.com/office/drawing/2014/main" id="{DBC1D4CB-524C-DADD-45F6-ACC532BBF33D}"/>
              </a:ext>
            </a:extLst>
          </p:cNvPr>
          <p:cNvSpPr/>
          <p:nvPr/>
        </p:nvSpPr>
        <p:spPr>
          <a:xfrm>
            <a:off x="6072871" y="4149784"/>
            <a:ext cx="406400" cy="705522"/>
          </a:xfrm>
          <a:prstGeom prst="bracketPair">
            <a:avLst>
              <a:gd name="adj" fmla="val 16667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2" name="Verbinder: gekrümmt 301">
            <a:extLst>
              <a:ext uri="{FF2B5EF4-FFF2-40B4-BE49-F238E27FC236}">
                <a16:creationId xmlns:a16="http://schemas.microsoft.com/office/drawing/2014/main" id="{41EDB1CD-8C7C-1BF6-A633-C5C5320C996E}"/>
              </a:ext>
            </a:extLst>
          </p:cNvPr>
          <p:cNvCxnSpPr>
            <a:cxnSpLocks/>
            <a:stCxn id="299" idx="3"/>
            <a:endCxn id="289" idx="0"/>
          </p:cNvCxnSpPr>
          <p:nvPr/>
        </p:nvCxnSpPr>
        <p:spPr>
          <a:xfrm>
            <a:off x="6479271" y="4502545"/>
            <a:ext cx="675179" cy="889838"/>
          </a:xfrm>
          <a:prstGeom prst="curved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Runde Klammer links/rechts 308">
            <a:extLst>
              <a:ext uri="{FF2B5EF4-FFF2-40B4-BE49-F238E27FC236}">
                <a16:creationId xmlns:a16="http://schemas.microsoft.com/office/drawing/2014/main" id="{E7CDDEAD-EC50-1A2C-2FA4-CA8E31CBCB68}"/>
              </a:ext>
            </a:extLst>
          </p:cNvPr>
          <p:cNvSpPr/>
          <p:nvPr/>
        </p:nvSpPr>
        <p:spPr>
          <a:xfrm>
            <a:off x="7643433" y="3425209"/>
            <a:ext cx="406400" cy="705522"/>
          </a:xfrm>
          <a:prstGeom prst="bracketPair">
            <a:avLst>
              <a:gd name="adj" fmla="val 16667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0" name="Verbinder: gekrümmt 309">
            <a:extLst>
              <a:ext uri="{FF2B5EF4-FFF2-40B4-BE49-F238E27FC236}">
                <a16:creationId xmlns:a16="http://schemas.microsoft.com/office/drawing/2014/main" id="{B966D725-44B8-6C30-2FEF-831138960EE9}"/>
              </a:ext>
            </a:extLst>
          </p:cNvPr>
          <p:cNvCxnSpPr>
            <a:cxnSpLocks/>
            <a:stCxn id="309" idx="3"/>
            <a:endCxn id="286" idx="0"/>
          </p:cNvCxnSpPr>
          <p:nvPr/>
        </p:nvCxnSpPr>
        <p:spPr>
          <a:xfrm>
            <a:off x="8049833" y="3777970"/>
            <a:ext cx="1039503" cy="1619119"/>
          </a:xfrm>
          <a:prstGeom prst="curved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Gerader Verbinder 314">
            <a:extLst>
              <a:ext uri="{FF2B5EF4-FFF2-40B4-BE49-F238E27FC236}">
                <a16:creationId xmlns:a16="http://schemas.microsoft.com/office/drawing/2014/main" id="{3D97D7B9-11F0-0D7D-5357-1EE289FF1E09}"/>
              </a:ext>
            </a:extLst>
          </p:cNvPr>
          <p:cNvCxnSpPr>
            <a:cxnSpLocks/>
          </p:cNvCxnSpPr>
          <p:nvPr/>
        </p:nvCxnSpPr>
        <p:spPr>
          <a:xfrm>
            <a:off x="4670660" y="987224"/>
            <a:ext cx="1574724" cy="0"/>
          </a:xfrm>
          <a:prstGeom prst="line">
            <a:avLst/>
          </a:prstGeom>
          <a:ln w="28575">
            <a:headEnd type="diamond"/>
            <a:tailEnd type="diamon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EBFDE35A-7939-BC4B-B34D-B599F6128380}"/>
              </a:ext>
            </a:extLst>
          </p:cNvPr>
          <p:cNvCxnSpPr>
            <a:cxnSpLocks/>
          </p:cNvCxnSpPr>
          <p:nvPr/>
        </p:nvCxnSpPr>
        <p:spPr>
          <a:xfrm>
            <a:off x="6245383" y="987224"/>
            <a:ext cx="1574724" cy="0"/>
          </a:xfrm>
          <a:prstGeom prst="line">
            <a:avLst/>
          </a:prstGeom>
          <a:ln w="28575">
            <a:headEnd type="diamond"/>
            <a:tailEnd type="diamon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7" name="Textfeld 316">
            <a:extLst>
              <a:ext uri="{FF2B5EF4-FFF2-40B4-BE49-F238E27FC236}">
                <a16:creationId xmlns:a16="http://schemas.microsoft.com/office/drawing/2014/main" id="{2342440D-973B-68EB-5023-A7F1B2561DEA}"/>
              </a:ext>
            </a:extLst>
          </p:cNvPr>
          <p:cNvSpPr txBox="1"/>
          <p:nvPr/>
        </p:nvSpPr>
        <p:spPr>
          <a:xfrm>
            <a:off x="5277524" y="747320"/>
            <a:ext cx="360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/>
              <a:t>Δs</a:t>
            </a:r>
            <a:endParaRPr lang="en-US" sz="1200" b="1" dirty="0"/>
          </a:p>
        </p:txBody>
      </p:sp>
      <p:sp>
        <p:nvSpPr>
          <p:cNvPr id="318" name="Textfeld 317">
            <a:extLst>
              <a:ext uri="{FF2B5EF4-FFF2-40B4-BE49-F238E27FC236}">
                <a16:creationId xmlns:a16="http://schemas.microsoft.com/office/drawing/2014/main" id="{DC80D5E0-CDC2-E08A-3864-1460FC80D120}"/>
              </a:ext>
            </a:extLst>
          </p:cNvPr>
          <p:cNvSpPr txBox="1"/>
          <p:nvPr/>
        </p:nvSpPr>
        <p:spPr>
          <a:xfrm>
            <a:off x="6852247" y="747320"/>
            <a:ext cx="360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/>
              <a:t>Δs</a:t>
            </a:r>
            <a:endParaRPr lang="en-US" sz="1200" b="1" dirty="0"/>
          </a:p>
        </p:txBody>
      </p:sp>
      <p:grpSp>
        <p:nvGrpSpPr>
          <p:cNvPr id="332" name="Gruppieren 331">
            <a:extLst>
              <a:ext uri="{FF2B5EF4-FFF2-40B4-BE49-F238E27FC236}">
                <a16:creationId xmlns:a16="http://schemas.microsoft.com/office/drawing/2014/main" id="{299A1FB0-E434-929D-EACC-11482848B434}"/>
              </a:ext>
            </a:extLst>
          </p:cNvPr>
          <p:cNvGrpSpPr/>
          <p:nvPr/>
        </p:nvGrpSpPr>
        <p:grpSpPr>
          <a:xfrm>
            <a:off x="134574" y="6249822"/>
            <a:ext cx="5061406" cy="646331"/>
            <a:chOff x="1917240" y="6249822"/>
            <a:chExt cx="5061406" cy="646331"/>
          </a:xfrm>
        </p:grpSpPr>
        <p:grpSp>
          <p:nvGrpSpPr>
            <p:cNvPr id="329" name="Gruppieren 328">
              <a:extLst>
                <a:ext uri="{FF2B5EF4-FFF2-40B4-BE49-F238E27FC236}">
                  <a16:creationId xmlns:a16="http://schemas.microsoft.com/office/drawing/2014/main" id="{2C13EB65-C673-AF68-C9FA-F0CF8624608D}"/>
                </a:ext>
              </a:extLst>
            </p:cNvPr>
            <p:cNvGrpSpPr/>
            <p:nvPr/>
          </p:nvGrpSpPr>
          <p:grpSpPr>
            <a:xfrm>
              <a:off x="3836931" y="6388321"/>
              <a:ext cx="522667" cy="0"/>
              <a:chOff x="4586936" y="6369743"/>
              <a:chExt cx="522667" cy="0"/>
            </a:xfrm>
          </p:grpSpPr>
          <p:cxnSp>
            <p:nvCxnSpPr>
              <p:cNvPr id="324" name="Gerade Verbindung mit Pfeil 323">
                <a:extLst>
                  <a:ext uri="{FF2B5EF4-FFF2-40B4-BE49-F238E27FC236}">
                    <a16:creationId xmlns:a16="http://schemas.microsoft.com/office/drawing/2014/main" id="{CAB4B3DF-DDF7-7874-80F6-3FD4EE97A0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325" y="6369743"/>
                <a:ext cx="260278" cy="0"/>
              </a:xfrm>
              <a:prstGeom prst="straightConnector1">
                <a:avLst/>
              </a:prstGeom>
              <a:ln w="28575">
                <a:headEnd type="oval" w="med" len="med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5" name="Gerade Verbindung mit Pfeil 324">
                <a:extLst>
                  <a:ext uri="{FF2B5EF4-FFF2-40B4-BE49-F238E27FC236}">
                    <a16:creationId xmlns:a16="http://schemas.microsoft.com/office/drawing/2014/main" id="{9F617B39-F8FE-F3A0-7D65-A07D898DFA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86936" y="6369743"/>
                <a:ext cx="260278" cy="0"/>
              </a:xfrm>
              <a:prstGeom prst="straightConnector1">
                <a:avLst/>
              </a:prstGeom>
              <a:ln w="28575">
                <a:headEnd type="arrow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E9EF1998-3581-A3CB-4BF8-58D135440700}"/>
                </a:ext>
              </a:extLst>
            </p:cNvPr>
            <p:cNvSpPr txBox="1"/>
            <p:nvPr/>
          </p:nvSpPr>
          <p:spPr>
            <a:xfrm>
              <a:off x="4359146" y="6249822"/>
              <a:ext cx="26195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 err="1"/>
                <a:t>remaining_route_elements</a:t>
              </a:r>
              <a:br>
                <a:rPr lang="de-DE" sz="1200" b="1" dirty="0"/>
              </a:br>
              <a:r>
                <a:rPr lang="de-DE" sz="1200" i="1" dirty="0" err="1"/>
                <a:t>current_route_element_idx</a:t>
              </a:r>
              <a:r>
                <a:rPr lang="de-DE" sz="1200" i="1" dirty="0"/>
                <a:t> = </a:t>
              </a:r>
              <a:r>
                <a:rPr lang="de-DE" sz="1200" b="1" i="1" dirty="0"/>
                <a:t>k-1</a:t>
              </a:r>
            </a:p>
            <a:p>
              <a:r>
                <a:rPr lang="de-DE" sz="1200" i="1" dirty="0" err="1"/>
                <a:t>destination_route_element_idx</a:t>
              </a:r>
              <a:r>
                <a:rPr lang="de-DE" sz="1200" i="1" dirty="0"/>
                <a:t> = </a:t>
              </a:r>
              <a:r>
                <a:rPr lang="de-DE" sz="1200" b="1" i="1" dirty="0"/>
                <a:t>k+4</a:t>
              </a:r>
              <a:endParaRPr lang="en-US" sz="1200" b="1" i="1" dirty="0"/>
            </a:p>
          </p:txBody>
        </p:sp>
        <p:sp>
          <p:nvSpPr>
            <p:cNvPr id="331" name="Textfeld 330">
              <a:extLst>
                <a:ext uri="{FF2B5EF4-FFF2-40B4-BE49-F238E27FC236}">
                  <a16:creationId xmlns:a16="http://schemas.microsoft.com/office/drawing/2014/main" id="{89056642-2E97-AB63-E064-ED3DD340A5C5}"/>
                </a:ext>
              </a:extLst>
            </p:cNvPr>
            <p:cNvSpPr txBox="1"/>
            <p:nvPr/>
          </p:nvSpPr>
          <p:spPr>
            <a:xfrm>
              <a:off x="1917240" y="6249822"/>
              <a:ext cx="19258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b="1" dirty="0" err="1"/>
                <a:t>traveled_route_elements</a:t>
              </a:r>
              <a:endParaRPr lang="en-US" sz="1200" b="1" dirty="0"/>
            </a:p>
          </p:txBody>
        </p:sp>
      </p:grpSp>
      <p:sp>
        <p:nvSpPr>
          <p:cNvPr id="341" name="Kreis: nicht ausgefüllt 340">
            <a:extLst>
              <a:ext uri="{FF2B5EF4-FFF2-40B4-BE49-F238E27FC236}">
                <a16:creationId xmlns:a16="http://schemas.microsoft.com/office/drawing/2014/main" id="{B9A177E8-079C-4A9C-2999-C2CCBDF02CAA}"/>
              </a:ext>
            </a:extLst>
          </p:cNvPr>
          <p:cNvSpPr/>
          <p:nvPr/>
        </p:nvSpPr>
        <p:spPr>
          <a:xfrm>
            <a:off x="4014906" y="3392429"/>
            <a:ext cx="180000" cy="180000"/>
          </a:xfrm>
          <a:prstGeom prst="donu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3" name="Multiplikationszeichen 342">
            <a:extLst>
              <a:ext uri="{FF2B5EF4-FFF2-40B4-BE49-F238E27FC236}">
                <a16:creationId xmlns:a16="http://schemas.microsoft.com/office/drawing/2014/main" id="{281FA0FB-9F47-1DAD-44AF-EC6990F3456F}"/>
              </a:ext>
            </a:extLst>
          </p:cNvPr>
          <p:cNvSpPr/>
          <p:nvPr/>
        </p:nvSpPr>
        <p:spPr>
          <a:xfrm>
            <a:off x="10270932" y="4455156"/>
            <a:ext cx="264378" cy="26437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B1FC8458-1C87-DF3B-60F3-FE9BF5829833}"/>
              </a:ext>
            </a:extLst>
          </p:cNvPr>
          <p:cNvSpPr txBox="1"/>
          <p:nvPr/>
        </p:nvSpPr>
        <p:spPr>
          <a:xfrm>
            <a:off x="5056854" y="3091592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d</a:t>
            </a:r>
            <a:endParaRPr lang="en-US" sz="1200" b="1" dirty="0"/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EF3D3E-DD5E-2A05-A99B-90CD4B304EE9}"/>
              </a:ext>
            </a:extLst>
          </p:cNvPr>
          <p:cNvSpPr txBox="1"/>
          <p:nvPr/>
        </p:nvSpPr>
        <p:spPr>
          <a:xfrm>
            <a:off x="6947232" y="3617976"/>
            <a:ext cx="240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rgbClr val="FFC000"/>
                </a:solidFill>
              </a:rPr>
              <a:t>r</a:t>
            </a:r>
            <a:endParaRPr lang="en-US" sz="12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6668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</Words>
  <Application>Microsoft Office PowerPoint</Application>
  <PresentationFormat>Breitbild</PresentationFormat>
  <Paragraphs>52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Jean-Pierre Busch</dc:creator>
  <cp:lastModifiedBy>Lennart Reiher</cp:lastModifiedBy>
  <cp:revision>69</cp:revision>
  <dcterms:created xsi:type="dcterms:W3CDTF">2025-03-23T19:04:44Z</dcterms:created>
  <dcterms:modified xsi:type="dcterms:W3CDTF">2025-04-30T05:57:55Z</dcterms:modified>
</cp:coreProperties>
</file>